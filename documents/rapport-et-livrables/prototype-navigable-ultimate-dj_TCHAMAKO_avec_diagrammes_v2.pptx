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6b34f9a5a441c" /><Relationship Type="http://schemas.openxmlformats.org/officeDocument/2006/relationships/extended-properties" Target="/docProps/app.xml" Id="R111e8c6116e8443d" /><Relationship Type="http://schemas.openxmlformats.org/officeDocument/2006/relationships/officeDocument" Target="/ppt/presentation.xml" Id="Rc33a46871d24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874c4982644d30"/>
  </p:sldMasterIdLst>
  <p:notesMasterIdLst>
    <p:notesMasterId xmlns:r="http://schemas.openxmlformats.org/officeDocument/2006/relationships" r:id="R42e2609cad384b25"/>
  </p:notesMasterIdLst>
  <p:sldIdLst>
    <p:sldId xmlns:r="http://schemas.openxmlformats.org/officeDocument/2006/relationships" id="256" r:id="Re9bba6a522d14a86"/>
    <p:sldId xmlns:r="http://schemas.openxmlformats.org/officeDocument/2006/relationships" id="257" r:id="R5872109bb1864d65"/>
    <p:sldId xmlns:r="http://schemas.openxmlformats.org/officeDocument/2006/relationships" id="258" r:id="Raff36b9114f7404a"/>
    <p:sldId xmlns:r="http://schemas.openxmlformats.org/officeDocument/2006/relationships" id="259" r:id="Rc5035b9e84aa40f8"/>
    <p:sldId xmlns:r="http://schemas.openxmlformats.org/officeDocument/2006/relationships" id="260" r:id="R51a951f691a944b4"/>
    <p:sldId xmlns:r="http://schemas.openxmlformats.org/officeDocument/2006/relationships" id="261" r:id="Re5613dea5c78457c"/>
    <p:sldId xmlns:r="http://schemas.openxmlformats.org/officeDocument/2006/relationships" id="262" r:id="Rbe443d282e184e83"/>
    <p:sldId xmlns:r="http://schemas.openxmlformats.org/officeDocument/2006/relationships" id="263" r:id="R4a405ff2f51b4316"/>
    <p:sldId xmlns:r="http://schemas.openxmlformats.org/officeDocument/2006/relationships" id="264" r:id="R7c12ce2eb3744526"/>
    <p:sldId xmlns:r="http://schemas.openxmlformats.org/officeDocument/2006/relationships" id="265" r:id="Rce2cfc9dcbe94758"/>
    <p:sldId xmlns:r="http://schemas.openxmlformats.org/officeDocument/2006/relationships" id="266" r:id="Reea0429e4b904259"/>
    <p:sldId xmlns:r="http://schemas.openxmlformats.org/officeDocument/2006/relationships" id="267" r:id="R5d645f1c574245e8"/>
    <p:sldId xmlns:r="http://schemas.openxmlformats.org/officeDocument/2006/relationships" id="268" r:id="R2e3601ea7585458c"/>
    <p:sldId xmlns:r="http://schemas.openxmlformats.org/officeDocument/2006/relationships" id="269" r:id="R8f452f2d62d54446"/>
    <p:sldId xmlns:r="http://schemas.openxmlformats.org/officeDocument/2006/relationships" id="270" r:id="R70eb260d251e47da"/>
    <p:sldId xmlns:r="http://schemas.openxmlformats.org/officeDocument/2006/relationships" id="271" r:id="Rc8f6e08e6bb94b88"/>
    <p:sldId xmlns:r="http://schemas.openxmlformats.org/officeDocument/2006/relationships" id="272" r:id="R5ab42bec7db24150"/>
    <p:sldId xmlns:r="http://schemas.openxmlformats.org/officeDocument/2006/relationships" id="273" r:id="Rff7459735bf94b72"/>
    <p:sldId xmlns:r="http://schemas.openxmlformats.org/officeDocument/2006/relationships" id="274" r:id="R886ef82991ec4a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c7c595d30b4a3d" /><Relationship Type="http://schemas.openxmlformats.org/officeDocument/2006/relationships/slideMaster" Target="/ppt/slideMasters/slideMaster1.xml" Id="R54874c4982644d30" /><Relationship Type="http://schemas.openxmlformats.org/officeDocument/2006/relationships/notesMaster" Target="/ppt/notesMasters/notesMaster1.xml" Id="R42e2609cad384b25" /><Relationship Type="http://schemas.openxmlformats.org/officeDocument/2006/relationships/presProps" Target="/ppt/presProps.xml" Id="R52afe2660240458c" /><Relationship Type="http://schemas.openxmlformats.org/officeDocument/2006/relationships/tableStyles" Target="/ppt/tableStyles.xml" Id="Rb77a0e65bad84448" /><Relationship Type="http://schemas.openxmlformats.org/officeDocument/2006/relationships/slide" Target="/ppt/slides/slide1.xml" Id="Re9bba6a522d14a86" /><Relationship Type="http://schemas.openxmlformats.org/officeDocument/2006/relationships/slide" Target="/ppt/slides/slide2.xml" Id="R5872109bb1864d65" /><Relationship Type="http://schemas.openxmlformats.org/officeDocument/2006/relationships/slide" Target="/ppt/slides/slide3.xml" Id="Raff36b9114f7404a" /><Relationship Type="http://schemas.openxmlformats.org/officeDocument/2006/relationships/slide" Target="/ppt/slides/slide4.xml" Id="Rc5035b9e84aa40f8" /><Relationship Type="http://schemas.openxmlformats.org/officeDocument/2006/relationships/slide" Target="/ppt/slides/slide5.xml" Id="R51a951f691a944b4" /><Relationship Type="http://schemas.openxmlformats.org/officeDocument/2006/relationships/slide" Target="/ppt/slides/slide6.xml" Id="Re5613dea5c78457c" /><Relationship Type="http://schemas.openxmlformats.org/officeDocument/2006/relationships/slide" Target="/ppt/slides/slide7.xml" Id="Rbe443d282e184e83" /><Relationship Type="http://schemas.openxmlformats.org/officeDocument/2006/relationships/slide" Target="/ppt/slides/slide8.xml" Id="R4a405ff2f51b4316" /><Relationship Type="http://schemas.openxmlformats.org/officeDocument/2006/relationships/slide" Target="/ppt/slides/slide9.xml" Id="R7c12ce2eb3744526" /><Relationship Type="http://schemas.openxmlformats.org/officeDocument/2006/relationships/slide" Target="/ppt/slides/slide10.xml" Id="Rce2cfc9dcbe94758" /><Relationship Type="http://schemas.openxmlformats.org/officeDocument/2006/relationships/slide" Target="/ppt/slides/slide11.xml" Id="Reea0429e4b904259" /><Relationship Type="http://schemas.openxmlformats.org/officeDocument/2006/relationships/slide" Target="/ppt/slides/slide12.xml" Id="R5d645f1c574245e8" /><Relationship Type="http://schemas.openxmlformats.org/officeDocument/2006/relationships/slide" Target="/ppt/slides/slide13.xml" Id="R2e3601ea7585458c" /><Relationship Type="http://schemas.openxmlformats.org/officeDocument/2006/relationships/slide" Target="/ppt/slides/slide14.xml" Id="R8f452f2d62d54446" /><Relationship Type="http://schemas.openxmlformats.org/officeDocument/2006/relationships/slide" Target="/ppt/slides/slide15.xml" Id="R70eb260d251e47da" /><Relationship Type="http://schemas.openxmlformats.org/officeDocument/2006/relationships/slide" Target="/ppt/slides/slide16.xml" Id="Rc8f6e08e6bb94b88" /><Relationship Type="http://schemas.openxmlformats.org/officeDocument/2006/relationships/slide" Target="/ppt/slides/slide17.xml" Id="R5ab42bec7db24150" /><Relationship Type="http://schemas.openxmlformats.org/officeDocument/2006/relationships/slide" Target="/ppt/slides/slide18.xml" Id="Rff7459735bf94b72" /><Relationship Type="http://schemas.openxmlformats.org/officeDocument/2006/relationships/slide" Target="/ppt/slides/slide19.xml" Id="R886ef82991ec4a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65a743bdda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36ff2594524246" /><Relationship Type="http://schemas.openxmlformats.org/officeDocument/2006/relationships/notesMaster" Target="/ppt/notesMasters/notesMaster1.xml" Id="R1ac1fd53ec0e47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e24b103115453a" /><Relationship Type="http://schemas.openxmlformats.org/officeDocument/2006/relationships/notesMaster" Target="/ppt/notesMasters/notesMaster1.xml" Id="R9ea52c16577448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f36df2a79a4bdd" /><Relationship Type="http://schemas.openxmlformats.org/officeDocument/2006/relationships/notesMaster" Target="/ppt/notesMasters/notesMaster1.xml" Id="R4a22b1d222e6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9b69855bde4e12" /><Relationship Type="http://schemas.openxmlformats.org/officeDocument/2006/relationships/notesMaster" Target="/ppt/notesMasters/notesMaster1.xml" Id="R826ff9b452594d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bd922df1834f03" /><Relationship Type="http://schemas.openxmlformats.org/officeDocument/2006/relationships/notesMaster" Target="/ppt/notesMasters/notesMaster1.xml" Id="R9a1dfe63cbfc4f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8d9aefebc14965" /><Relationship Type="http://schemas.openxmlformats.org/officeDocument/2006/relationships/notesMaster" Target="/ppt/notesMasters/notesMaster1.xml" Id="R8a3f6257d4fa41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c42bcce0464a2b" /><Relationship Type="http://schemas.openxmlformats.org/officeDocument/2006/relationships/notesMaster" Target="/ppt/notesMasters/notesMaster1.xml" Id="Rbb6c24a3b9154e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efdc4438b425b" /><Relationship Type="http://schemas.openxmlformats.org/officeDocument/2006/relationships/notesMaster" Target="/ppt/notesMasters/notesMaster1.xml" Id="Rfe5dadc137da4f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acf4c285b64ef2" /><Relationship Type="http://schemas.openxmlformats.org/officeDocument/2006/relationships/notesMaster" Target="/ppt/notesMasters/notesMaster1.xml" Id="R278feacfa23c47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754ab471b84103" /><Relationship Type="http://schemas.openxmlformats.org/officeDocument/2006/relationships/notesMaster" Target="/ppt/notesMasters/notesMaster1.xml" Id="R85aeeb3c94224f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bc71a09b344c63" /><Relationship Type="http://schemas.openxmlformats.org/officeDocument/2006/relationships/notesMaster" Target="/ppt/notesMasters/notesMaster1.xml" Id="Reab72682c02c46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f87a11200e4c22" /><Relationship Type="http://schemas.openxmlformats.org/officeDocument/2006/relationships/notesMaster" Target="/ppt/notesMasters/notesMaster1.xml" Id="Reefa3732df2240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873959bdee4f98" /><Relationship Type="http://schemas.openxmlformats.org/officeDocument/2006/relationships/notesMaster" Target="/ppt/notesMasters/notesMaster1.xml" Id="Rdfe47e4fa48a47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4d90a816014378" /><Relationship Type="http://schemas.openxmlformats.org/officeDocument/2006/relationships/notesMaster" Target="/ppt/notesMasters/notesMaster1.xml" Id="R6386d720f65049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bf2d5847754beb" /><Relationship Type="http://schemas.openxmlformats.org/officeDocument/2006/relationships/notesMaster" Target="/ppt/notesMasters/notesMaster1.xml" Id="R5081f09905824c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0249087f4c4a8c" /><Relationship Type="http://schemas.openxmlformats.org/officeDocument/2006/relationships/notesMaster" Target="/ppt/notesMasters/notesMaster1.xml" Id="R7435fbbeaf6c43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ec951573914ed3" /><Relationship Type="http://schemas.openxmlformats.org/officeDocument/2006/relationships/notesMaster" Target="/ppt/notesMasters/notesMaster1.xml" Id="R0038874b615a45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2701fa398f42e1" /><Relationship Type="http://schemas.openxmlformats.org/officeDocument/2006/relationships/notesMaster" Target="/ppt/notesMasters/notesMaster1.xml" Id="R53616038472f48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5bb7cb210c4fdb" /><Relationship Type="http://schemas.openxmlformats.org/officeDocument/2006/relationships/notesMaster" Target="/ppt/notesMasters/notesMaster1.xml" Id="R159d3e291b01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parcours fonctionnels et rôles définis dans l’application Ultimate DJ.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modèles Django des applications accounts, bookings, payments et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statuts Quote, Booking, Contract, Invoice, Payment, Refund et règles de validation de l’application.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8cdbd5672411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A72567D-3FDD-48DD-BF94-1C37D6DDD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791973F-158A-4493-8A2D-42A36308521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360421e70d48c2" /><Relationship Type="http://schemas.openxmlformats.org/officeDocument/2006/relationships/slideLayout" Target="/ppt/slideLayouts/slideLayout1.xml" Id="Rb1d86f2f6de34d3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D69B268-47A9-4825-8549-21D14C7AB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Cliquez pour éditer 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 format du texte-</a:t>
            </a: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titre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7C85226-93C7-45DE-80CB-D83FD9BE188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Cliquez pour éditer le format du plan de texte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niveau de plan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Troisième niveau de plan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Quatrième niveau de plan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Cinquième niveau de plan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Sixième niveau de plan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Septième niveau de plan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d86f2f6de34d39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baa126efa4569" /><Relationship Type="http://schemas.openxmlformats.org/officeDocument/2006/relationships/image" Target="/ppt/media/image.png" Id="Ref14299ce03e49cb" /><Relationship Type="http://schemas.openxmlformats.org/officeDocument/2006/relationships/hyperlink" Target="/ppt/slides/slide2.xml" Id="Rce2efd9b61eb4b28" /><Relationship Type="http://schemas.openxmlformats.org/officeDocument/2006/relationships/hyperlink" Target="/ppt/slides/slide14.xml" Id="Rbf5493af2fb24786" /><Relationship Type="http://schemas.openxmlformats.org/officeDocument/2006/relationships/notesSlide" Target="/ppt/notesSlides/notesSlide1.xml" Id="R00d2f315b8de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50b9d9fbb4346" /><Relationship Type="http://schemas.openxmlformats.org/officeDocument/2006/relationships/hyperlink" Target="/ppt/slides/slide3.xml" Id="Rfc7dff6e25414c71" /><Relationship Type="http://schemas.openxmlformats.org/officeDocument/2006/relationships/hyperlink" Target="/ppt/slides/slide14.xml" Id="R943d6f052310497a" /><Relationship Type="http://schemas.openxmlformats.org/officeDocument/2006/relationships/hyperlink" Target="/ppt/slides/slide1.xml" Id="R9bc12bbd06f04760" /><Relationship Type="http://schemas.openxmlformats.org/officeDocument/2006/relationships/hyperlink" Target="/ppt/slides/slide1.xml" Id="Rd1b95ecd548d4625" /><Relationship Type="http://schemas.openxmlformats.org/officeDocument/2006/relationships/hyperlink" Target="/ppt/slides/slide3.xml" Id="R1730a067371d4d21" /><Relationship Type="http://schemas.openxmlformats.org/officeDocument/2006/relationships/notesSlide" Target="/ppt/notesSlides/notesSlide2.xml" Id="Rea590f651f044c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74020f3742fa" /><Relationship Type="http://schemas.openxmlformats.org/officeDocument/2006/relationships/hyperlink" Target="/ppt/slides/slide4.xml" Id="Rc6da5f762b6c4177" /><Relationship Type="http://schemas.openxmlformats.org/officeDocument/2006/relationships/hyperlink" Target="/ppt/slides/slide16.xml" Id="R791fe9160c6d4e22" /><Relationship Type="http://schemas.openxmlformats.org/officeDocument/2006/relationships/hyperlink" Target="/ppt/slides/slide1.xml" Id="R2960740900444975" /><Relationship Type="http://schemas.openxmlformats.org/officeDocument/2006/relationships/hyperlink" Target="/ppt/slides/slide2.xml" Id="R3d905c304d0f4b4d" /><Relationship Type="http://schemas.openxmlformats.org/officeDocument/2006/relationships/hyperlink" Target="/ppt/slides/slide4.xml" Id="Rb50aa14879274059" /><Relationship Type="http://schemas.openxmlformats.org/officeDocument/2006/relationships/notesSlide" Target="/ppt/notesSlides/notesSlide3.xml" Id="R63d7dd14782f4c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c3a21d6ee430d" /><Relationship Type="http://schemas.openxmlformats.org/officeDocument/2006/relationships/hyperlink" Target="/ppt/slides/slide5.xml" Id="R3188797843614733" /><Relationship Type="http://schemas.openxmlformats.org/officeDocument/2006/relationships/hyperlink" Target="/ppt/slides/slide1.xml" Id="R1799d6e1bc324638" /><Relationship Type="http://schemas.openxmlformats.org/officeDocument/2006/relationships/hyperlink" Target="/ppt/slides/slide3.xml" Id="Rc4b3d1d1d87b44bf" /><Relationship Type="http://schemas.openxmlformats.org/officeDocument/2006/relationships/hyperlink" Target="/ppt/slides/slide5.xml" Id="Rbd2b502d1bf949d3" /><Relationship Type="http://schemas.openxmlformats.org/officeDocument/2006/relationships/notesSlide" Target="/ppt/notesSlides/notesSlide4.xml" Id="R93cfd5a863ec4a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1a5193c0a4e83" /><Relationship Type="http://schemas.openxmlformats.org/officeDocument/2006/relationships/hyperlink" Target="/ppt/slides/slide6.xml" Id="Rd7be4e0232d24833" /><Relationship Type="http://schemas.openxmlformats.org/officeDocument/2006/relationships/hyperlink" Target="/ppt/slides/slide16.xml" Id="R9ca38adfcf8d4f4e" /><Relationship Type="http://schemas.openxmlformats.org/officeDocument/2006/relationships/hyperlink" Target="/ppt/slides/slide1.xml" Id="R7d3e40a7535643f2" /><Relationship Type="http://schemas.openxmlformats.org/officeDocument/2006/relationships/hyperlink" Target="/ppt/slides/slide4.xml" Id="R2140a4f4af894cd3" /><Relationship Type="http://schemas.openxmlformats.org/officeDocument/2006/relationships/hyperlink" Target="/ppt/slides/slide6.xml" Id="R257f428186c44001" /><Relationship Type="http://schemas.openxmlformats.org/officeDocument/2006/relationships/notesSlide" Target="/ppt/notesSlides/notesSlide5.xml" Id="Rf9496bd5e9fa46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f6396ac944dc" /><Relationship Type="http://schemas.openxmlformats.org/officeDocument/2006/relationships/hyperlink" Target="/ppt/slides/slide8.xml" Id="R53ee57467bdc4f24" /><Relationship Type="http://schemas.openxmlformats.org/officeDocument/2006/relationships/hyperlink" Target="/ppt/slides/slide7.xml" Id="R703328ef27bf4314" /><Relationship Type="http://schemas.openxmlformats.org/officeDocument/2006/relationships/hyperlink" Target="/ppt/slides/slide1.xml" Id="R4c0e3ef2e8764eba" /><Relationship Type="http://schemas.openxmlformats.org/officeDocument/2006/relationships/hyperlink" Target="/ppt/slides/slide5.xml" Id="Rd6b41af0323a48e6" /><Relationship Type="http://schemas.openxmlformats.org/officeDocument/2006/relationships/hyperlink" Target="/ppt/slides/slide7.xml" Id="Ree704c0896f343ac" /><Relationship Type="http://schemas.openxmlformats.org/officeDocument/2006/relationships/notesSlide" Target="/ppt/notesSlides/notesSlide6.xml" Id="Rd4414c9e3db641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0f0e7627f4033" /><Relationship Type="http://schemas.openxmlformats.org/officeDocument/2006/relationships/hyperlink" Target="/ppt/slides/slide6.xml" Id="R97c6abea1d044708" /><Relationship Type="http://schemas.openxmlformats.org/officeDocument/2006/relationships/hyperlink" Target="/ppt/slides/slide1.xml" Id="Rd413a4fe92624563" /><Relationship Type="http://schemas.openxmlformats.org/officeDocument/2006/relationships/hyperlink" Target="/ppt/slides/slide6.xml" Id="R71e375e1eacf4c54" /><Relationship Type="http://schemas.openxmlformats.org/officeDocument/2006/relationships/hyperlink" Target="/ppt/slides/slide8.xml" Id="R0f219db71e0a421f" /><Relationship Type="http://schemas.openxmlformats.org/officeDocument/2006/relationships/notesSlide" Target="/ppt/notesSlides/notesSlide7.xml" Id="R7a4f792ba0b84d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6688b0508417b" /><Relationship Type="http://schemas.openxmlformats.org/officeDocument/2006/relationships/hyperlink" Target="/ppt/slides/slide9.xml" Id="R83a080a6f96e4de8" /><Relationship Type="http://schemas.openxmlformats.org/officeDocument/2006/relationships/hyperlink" Target="/ppt/slides/slide1.xml" Id="R82ebeabe9d1c46f5" /><Relationship Type="http://schemas.openxmlformats.org/officeDocument/2006/relationships/hyperlink" Target="/ppt/slides/slide7.xml" Id="R6c64a52fcdb04306" /><Relationship Type="http://schemas.openxmlformats.org/officeDocument/2006/relationships/hyperlink" Target="/ppt/slides/slide9.xml" Id="R1ce02f1fde3642c9" /><Relationship Type="http://schemas.openxmlformats.org/officeDocument/2006/relationships/notesSlide" Target="/ppt/notesSlides/notesSlide8.xml" Id="R69c0ba6175e64e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2e546f3e342a9" /><Relationship Type="http://schemas.openxmlformats.org/officeDocument/2006/relationships/hyperlink" Target="/ppt/slides/slide10.xml" Id="R5382438071484a8d" /><Relationship Type="http://schemas.openxmlformats.org/officeDocument/2006/relationships/hyperlink" Target="/ppt/slides/slide1.xml" Id="R677500c36e9e4a69" /><Relationship Type="http://schemas.openxmlformats.org/officeDocument/2006/relationships/hyperlink" Target="/ppt/slides/slide8.xml" Id="Rd95d9afd1cd14949" /><Relationship Type="http://schemas.openxmlformats.org/officeDocument/2006/relationships/hyperlink" Target="/ppt/slides/slide10.xml" Id="R7891b129f18e499b" /><Relationship Type="http://schemas.openxmlformats.org/officeDocument/2006/relationships/notesSlide" Target="/ppt/notesSlides/notesSlide9.xml" Id="R71dd834d54d740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c284da1a42ec" /><Relationship Type="http://schemas.openxmlformats.org/officeDocument/2006/relationships/hyperlink" Target="/ppt/slides/slide11.xml" Id="R994277426a11454a" /><Relationship Type="http://schemas.openxmlformats.org/officeDocument/2006/relationships/hyperlink" Target="/ppt/slides/slide1.xml" Id="R970bf821a8e1415c" /><Relationship Type="http://schemas.openxmlformats.org/officeDocument/2006/relationships/hyperlink" Target="/ppt/slides/slide9.xml" Id="Rcce05fc27bea40fd" /><Relationship Type="http://schemas.openxmlformats.org/officeDocument/2006/relationships/hyperlink" Target="/ppt/slides/slide11.xml" Id="R01740294a3f14ac0" /><Relationship Type="http://schemas.openxmlformats.org/officeDocument/2006/relationships/notesSlide" Target="/ppt/notesSlides/notesSlide10.xml" Id="R07200505d00348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769ef0bf147c2" /><Relationship Type="http://schemas.openxmlformats.org/officeDocument/2006/relationships/hyperlink" Target="/ppt/slides/slide12.xml" Id="Rdf3505134a014ce9" /><Relationship Type="http://schemas.openxmlformats.org/officeDocument/2006/relationships/hyperlink" Target="/ppt/slides/slide10.xml" Id="Ref76beec773d4736" /><Relationship Type="http://schemas.openxmlformats.org/officeDocument/2006/relationships/hyperlink" Target="/ppt/slides/slide1.xml" Id="R45b8e28b113d4ceb" /><Relationship Type="http://schemas.openxmlformats.org/officeDocument/2006/relationships/hyperlink" Target="/ppt/slides/slide10.xml" Id="Ra5bbbfc174854cdf" /><Relationship Type="http://schemas.openxmlformats.org/officeDocument/2006/relationships/hyperlink" Target="/ppt/slides/slide12.xml" Id="Re8d9cd12fb6f4124" /><Relationship Type="http://schemas.openxmlformats.org/officeDocument/2006/relationships/notesSlide" Target="/ppt/notesSlides/notesSlide11.xml" Id="R60b1a01c3c624e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275ed3dcf4440" /><Relationship Type="http://schemas.openxmlformats.org/officeDocument/2006/relationships/hyperlink" Target="/ppt/slides/slide13.xml" Id="R12adbcd754ff42a3" /><Relationship Type="http://schemas.openxmlformats.org/officeDocument/2006/relationships/hyperlink" Target="/ppt/slides/slide1.xml" Id="R4342f1fa6b624b16" /><Relationship Type="http://schemas.openxmlformats.org/officeDocument/2006/relationships/hyperlink" Target="/ppt/slides/slide11.xml" Id="R28ff292665904886" /><Relationship Type="http://schemas.openxmlformats.org/officeDocument/2006/relationships/hyperlink" Target="/ppt/slides/slide13.xml" Id="R86311737f2cb4d6e" /><Relationship Type="http://schemas.openxmlformats.org/officeDocument/2006/relationships/notesSlide" Target="/ppt/notesSlides/notesSlide12.xml" Id="R7643d7fbbb394c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22f4d7b994073" /><Relationship Type="http://schemas.openxmlformats.org/officeDocument/2006/relationships/hyperlink" Target="/ppt/slides/slide15.xml" Id="R555c1b39522a4da8" /><Relationship Type="http://schemas.openxmlformats.org/officeDocument/2006/relationships/hyperlink" Target="/ppt/slides/slide16.xml" Id="R8f7cdb933d3446a6" /><Relationship Type="http://schemas.openxmlformats.org/officeDocument/2006/relationships/hyperlink" Target="/ppt/slides/slide1.xml" Id="R0b7d307a0de84a71" /><Relationship Type="http://schemas.openxmlformats.org/officeDocument/2006/relationships/hyperlink" Target="/ppt/slides/slide12.xml" Id="R20871cf6087445c3" /><Relationship Type="http://schemas.openxmlformats.org/officeDocument/2006/relationships/hyperlink" Target="/ppt/slides/slide14.xml" Id="Rb15d0ebd728f4507" /><Relationship Type="http://schemas.openxmlformats.org/officeDocument/2006/relationships/notesSlide" Target="/ppt/notesSlides/notesSlide13.xml" Id="Rf162df088c2049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9fee541004089" /><Relationship Type="http://schemas.openxmlformats.org/officeDocument/2006/relationships/hyperlink" Target="/ppt/slides/slide1.xml" Id="R303b00541be64616" /><Relationship Type="http://schemas.openxmlformats.org/officeDocument/2006/relationships/hyperlink" Target="/ppt/slides/slide1.xml" Id="Rb07932196fe44b90" /><Relationship Type="http://schemas.openxmlformats.org/officeDocument/2006/relationships/hyperlink" Target="/ppt/slides/slide13.xml" Id="R8aa0c00989774628" /><Relationship Type="http://schemas.openxmlformats.org/officeDocument/2006/relationships/hyperlink" Target="/ppt/slides/slide15.xml" Id="R70836d65a51a44e8" /><Relationship Type="http://schemas.openxmlformats.org/officeDocument/2006/relationships/notesSlide" Target="/ppt/notesSlides/notesSlide14.xml" Id="R5e14ca783ddf41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4e1c893349c4" /><Relationship Type="http://schemas.openxmlformats.org/officeDocument/2006/relationships/hyperlink" Target="/ppt/slides/slide13.xml" Id="R30b21ea7f222467b" /><Relationship Type="http://schemas.openxmlformats.org/officeDocument/2006/relationships/hyperlink" Target="/ppt/slides/slide1.xml" Id="Re477098bcef543cf" /><Relationship Type="http://schemas.openxmlformats.org/officeDocument/2006/relationships/hyperlink" Target="/ppt/slides/slide14.xml" Id="R0d3ed2479e8b42fd" /><Relationship Type="http://schemas.openxmlformats.org/officeDocument/2006/relationships/hyperlink" Target="/ppt/slides/slide16.xml" Id="R4444d353cfff4ea2" /><Relationship Type="http://schemas.openxmlformats.org/officeDocument/2006/relationships/notesSlide" Target="/ppt/notesSlides/notesSlide15.xml" Id="R853f85fe78ea46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df423e6ca4c84" /><Relationship Type="http://schemas.openxmlformats.org/officeDocument/2006/relationships/hyperlink" Target="/ppt/slides/slide5.xml" Id="R1dc262d2514349a7" /><Relationship Type="http://schemas.openxmlformats.org/officeDocument/2006/relationships/hyperlink" Target="/ppt/slides/slide1.xml" Id="R71411b23fc2b4eef" /><Relationship Type="http://schemas.openxmlformats.org/officeDocument/2006/relationships/hyperlink" Target="/ppt/slides/slide1.xml" Id="R20f0245e4fa1467f" /><Relationship Type="http://schemas.openxmlformats.org/officeDocument/2006/relationships/hyperlink" Target="/ppt/slides/slide15.xml" Id="Ra8678dadd98a4622" /><Relationship Type="http://schemas.openxmlformats.org/officeDocument/2006/relationships/notesSlide" Target="/ppt/notesSlides/notesSlide16.xml" Id="R3c74540f5da948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6208905be4511" /><Relationship Type="http://schemas.openxmlformats.org/officeDocument/2006/relationships/notesSlide" Target="/ppt/notesSlides/notesSlide17.xml" Id="R6fcbc22677cb4c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a7971cdeb47b0" /><Relationship Type="http://schemas.openxmlformats.org/officeDocument/2006/relationships/notesSlide" Target="/ppt/notesSlides/notesSlide18.xml" Id="R73405e7b113d45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f73d1144249d6" /><Relationship Type="http://schemas.openxmlformats.org/officeDocument/2006/relationships/notesSlide" Target="/ppt/notesSlides/notesSlide19.xml" Id="Re87827377c4d4e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1E48C1-E9ED-478E-8B9F-F9CA0ABF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Ultimat</a:t>
            </a: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 DJ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53426C-A04B-4B93-852F-ED551F9B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ide-count">
            <a:extLst xmlns:a="http://schemas.openxmlformats.org/drawingml/2006/main">
              <a:ext uri="{FF2B5EF4-FFF2-40B4-BE49-F238E27FC236}">
                <a16:creationId xmlns:a16="http://schemas.microsoft.com/office/drawing/2014/main" id="{F00C9F05-9ADE-492B-ADED-70C66FFC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2E5A3A68-3211-4F09-898D-4CE0767C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4299ce03e49cb"/>
          <a:stretch xmlns:a="http://schemas.openxmlformats.org/drawingml/2006/main"/>
        </p:blipFill>
        <p:spPr>
          <a:xfrm xmlns:a="http://schemas.openxmlformats.org/drawingml/2006/main">
            <a:off x="1206360" y="1428840"/>
            <a:ext cx="5778000" cy="2476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" name="intro-copy">
            <a:extLst xmlns:a="http://schemas.openxmlformats.org/drawingml/2006/main">
              <a:ext uri="{FF2B5EF4-FFF2-40B4-BE49-F238E27FC236}">
                <a16:creationId xmlns:a16="http://schemas.microsoft.com/office/drawing/2014/main" id="{137BEC11-0A71-4309-87CA-53514932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1562040"/>
            <a:ext cx="3714480" cy="161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Ce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proto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type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simul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 les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écran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princi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paux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et les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décisi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ons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métie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 :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consu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lter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une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offre,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vérifi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er les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dispo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nibilit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és,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dema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nder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un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devis,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valide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 un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contr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at,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payer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un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acom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pte,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suivre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l'évén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emen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t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et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laisse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 un </a:t>
            </a:r>
            <a:r>
              <a:rPr sz="158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avis.</a:t>
            </a:r>
            <a:endParaRPr sz="15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art-main-flow">
            <a:hlinkClick xmlns:r="http://schemas.openxmlformats.org/officeDocument/2006/relationships" xmlns:a="http://schemas.openxmlformats.org/drawingml/2006/main" r:id="Rce2efd9b61eb4b2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4A272D1-9388-4562-9B83-00DAC443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3619440"/>
            <a:ext cx="2761920" cy="4377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Commencer la navigation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go-profile-flow">
            <a:hlinkClick xmlns:r="http://schemas.openxmlformats.org/officeDocument/2006/relationships" xmlns:a="http://schemas.openxmlformats.org/drawingml/2006/main" r:id="Rbf5493af2fb2478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C3E0EF2-921C-406B-9010-A9828182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4172040"/>
            <a:ext cx="1999800" cy="36144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Tester le profil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note">
            <a:extLst xmlns:a="http://schemas.openxmlformats.org/drawingml/2006/main">
              <a:ext uri="{FF2B5EF4-FFF2-40B4-BE49-F238E27FC236}">
                <a16:creationId xmlns:a16="http://schemas.microsoft.com/office/drawing/2014/main" id="{D9472278-4BFE-4B6D-92D7-F5E49607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4781520"/>
            <a:ext cx="37144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Les zones cliquables sont les boutons et certains choix de parcours.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813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B5F4FF-7A9D-45F6-9BAD-DC30D40A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L’accueil oriente vers les offres et la réservation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4542B6-BF86-42AE-8750-0A0318E1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visiteur 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compre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nd 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rapide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ment le 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service 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propos</a:t>
            </a: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é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ide-count">
            <a:extLst xmlns:a="http://schemas.openxmlformats.org/drawingml/2006/main">
              <a:ext uri="{FF2B5EF4-FFF2-40B4-BE49-F238E27FC236}">
                <a16:creationId xmlns:a16="http://schemas.microsoft.com/office/drawing/2014/main" id="{2D4FA325-C7B1-466B-A219-2BF3589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2/16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op-rule">
            <a:extLst xmlns:a="http://schemas.openxmlformats.org/drawingml/2006/main">
              <a:ext uri="{FF2B5EF4-FFF2-40B4-BE49-F238E27FC236}">
                <a16:creationId xmlns:a16="http://schemas.microsoft.com/office/drawing/2014/main" id="{E6F26546-D131-4C60-8CA5-4095D7E1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644A412C-1DE0-48BC-A1C4-F4DCE789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browser-top">
            <a:extLst xmlns:a="http://schemas.openxmlformats.org/drawingml/2006/main">
              <a:ext uri="{FF2B5EF4-FFF2-40B4-BE49-F238E27FC236}">
                <a16:creationId xmlns:a16="http://schemas.microsoft.com/office/drawing/2014/main" id="{02D0EF7A-51E3-4E39-84EB-56EC597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ab-accueil">
            <a:extLst xmlns:a="http://schemas.openxmlformats.org/drawingml/2006/main">
              <a:ext uri="{FF2B5EF4-FFF2-40B4-BE49-F238E27FC236}">
                <a16:creationId xmlns:a16="http://schemas.microsoft.com/office/drawing/2014/main" id="{4453DC30-32A6-4603-B7C2-B3F93835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ab-offres">
            <a:extLst xmlns:a="http://schemas.openxmlformats.org/drawingml/2006/main">
              <a:ext uri="{FF2B5EF4-FFF2-40B4-BE49-F238E27FC236}">
                <a16:creationId xmlns:a16="http://schemas.microsoft.com/office/drawing/2014/main" id="{005FC87A-F7E9-452E-B04E-E46AE3FC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ab-djs">
            <a:extLst xmlns:a="http://schemas.openxmlformats.org/drawingml/2006/main">
              <a:ext uri="{FF2B5EF4-FFF2-40B4-BE49-F238E27FC236}">
                <a16:creationId xmlns:a16="http://schemas.microsoft.com/office/drawing/2014/main" id="{850B4735-43C9-42D1-8D42-AF6DE24B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ACFF9747-4F82-4B62-B2A0-A465161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ab-profil">
            <a:extLst xmlns:a="http://schemas.openxmlformats.org/drawingml/2006/main">
              <a:ext uri="{FF2B5EF4-FFF2-40B4-BE49-F238E27FC236}">
                <a16:creationId xmlns:a16="http://schemas.microsoft.com/office/drawing/2014/main" id="{2ACD1F9C-3CB7-4B27-9641-BA188598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hero-title">
            <a:extLst xmlns:a="http://schemas.openxmlformats.org/drawingml/2006/main">
              <a:ext uri="{FF2B5EF4-FFF2-40B4-BE49-F238E27FC236}">
                <a16:creationId xmlns:a16="http://schemas.microsoft.com/office/drawing/2014/main" id="{B17F483E-70E9-4C0F-879B-4BDD890C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000160"/>
            <a:ext cx="52383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Réserver un DJ pour votre événement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hero-copy">
            <a:extLst xmlns:a="http://schemas.openxmlformats.org/drawingml/2006/main">
              <a:ext uri="{FF2B5EF4-FFF2-40B4-BE49-F238E27FC236}">
                <a16:creationId xmlns:a16="http://schemas.microsoft.com/office/drawing/2014/main" id="{73C99641-17C7-49F3-9185-40ECB1E6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571840"/>
            <a:ext cx="49525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Packages, options, choix musical, devis et acompte en ligne.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home-see-offers">
            <a:hlinkClick xmlns:r="http://schemas.openxmlformats.org/officeDocument/2006/relationships" xmlns:a="http://schemas.openxmlformats.org/drawingml/2006/main" r:id="Rfc7dff6e25414c7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13BA2C7-32DB-49CC-857A-1FC948DF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143160"/>
            <a:ext cx="171432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Voir les offres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home-change-lang">
            <a:hlinkClick xmlns:r="http://schemas.openxmlformats.org/officeDocument/2006/relationships" xmlns:a="http://schemas.openxmlformats.org/drawingml/2006/main" r:id="R943d6f052310497a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8F325A3-73DE-4DF3-ABE8-E3AC238F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960" y="3143160"/>
            <a:ext cx="180936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Langue : FR / EN / NL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home-card-1">
            <a:extLst xmlns:a="http://schemas.openxmlformats.org/drawingml/2006/main">
              <a:ext uri="{FF2B5EF4-FFF2-40B4-BE49-F238E27FC236}">
                <a16:creationId xmlns:a16="http://schemas.microsoft.com/office/drawing/2014/main" id="{B08C31FB-009A-4DB1-9D06-0929DF58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2095560"/>
            <a:ext cx="2095200" cy="1428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home-card-1-accent">
            <a:extLst xmlns:a="http://schemas.openxmlformats.org/drawingml/2006/main">
              <a:ext uri="{FF2B5EF4-FFF2-40B4-BE49-F238E27FC236}">
                <a16:creationId xmlns:a16="http://schemas.microsoft.com/office/drawing/2014/main" id="{63D3258A-F2A4-4B43-B51B-DE15A562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2095560"/>
            <a:ext cx="75960" cy="1428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0">
            <a:solidFill>
              <a:srgbClr val="FFC2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home-card-1-title">
            <a:extLst xmlns:a="http://schemas.openxmlformats.org/drawingml/2006/main">
              <a:ext uri="{FF2B5EF4-FFF2-40B4-BE49-F238E27FC236}">
                <a16:creationId xmlns:a16="http://schemas.microsoft.com/office/drawing/2014/main" id="{213E90AA-1EF7-4FAE-BC29-C70FF191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680" y="2247840"/>
            <a:ext cx="17521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Mariage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home-card-1-body">
            <a:extLst xmlns:a="http://schemas.openxmlformats.org/drawingml/2006/main">
              <a:ext uri="{FF2B5EF4-FFF2-40B4-BE49-F238E27FC236}">
                <a16:creationId xmlns:a16="http://schemas.microsoft.com/office/drawing/2014/main" id="{ED5FF2CC-F233-491E-AD07-13EA6C78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680" y="2590920"/>
            <a:ext cx="1752120" cy="81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Rendez-vous préparatoire recommandé, contrat personnalisé et acompte.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home-card-2">
            <a:extLst xmlns:a="http://schemas.openxmlformats.org/drawingml/2006/main">
              <a:ext uri="{FF2B5EF4-FFF2-40B4-BE49-F238E27FC236}">
                <a16:creationId xmlns:a16="http://schemas.microsoft.com/office/drawing/2014/main" id="{AFB8B112-0DC7-42C6-94A5-29CB60A8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2095560"/>
            <a:ext cx="2095200" cy="1428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home-card-2-accent">
            <a:extLst xmlns:a="http://schemas.openxmlformats.org/drawingml/2006/main">
              <a:ext uri="{FF2B5EF4-FFF2-40B4-BE49-F238E27FC236}">
                <a16:creationId xmlns:a16="http://schemas.microsoft.com/office/drawing/2014/main" id="{04A7016D-C8A4-478C-A8A5-DED0331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0" y="2095560"/>
            <a:ext cx="75960" cy="1428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FEA"/>
          </a:solidFill>
          <a:ln xmlns:a="http://schemas.openxmlformats.org/drawingml/2006/main" w="0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home-card-2-title">
            <a:extLst xmlns:a="http://schemas.openxmlformats.org/drawingml/2006/main">
              <a:ext uri="{FF2B5EF4-FFF2-40B4-BE49-F238E27FC236}">
                <a16:creationId xmlns:a16="http://schemas.microsoft.com/office/drawing/2014/main" id="{F6B16105-BF4A-492E-A96D-F6FE32DF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760" y="2247840"/>
            <a:ext cx="17521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Entreprise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home-card-2-body">
            <a:extLst xmlns:a="http://schemas.openxmlformats.org/drawingml/2006/main">
              <a:ext uri="{FF2B5EF4-FFF2-40B4-BE49-F238E27FC236}">
                <a16:creationId xmlns:a16="http://schemas.microsoft.com/office/drawing/2014/main" id="{37F53874-1F05-4B0A-AEDF-5DD932C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760" y="2590920"/>
            <a:ext cx="1752120" cy="81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Animation, sonorisation, éclairage et facture professionnelle.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home-card-3">
            <a:extLst xmlns:a="http://schemas.openxmlformats.org/drawingml/2006/main">
              <a:ext uri="{FF2B5EF4-FFF2-40B4-BE49-F238E27FC236}">
                <a16:creationId xmlns:a16="http://schemas.microsoft.com/office/drawing/2014/main" id="{C3426E60-8E6E-42F4-822B-0872795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240" y="3772080"/>
            <a:ext cx="2095200" cy="1428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home-card-3-accent">
            <a:extLst xmlns:a="http://schemas.openxmlformats.org/drawingml/2006/main">
              <a:ext uri="{FF2B5EF4-FFF2-40B4-BE49-F238E27FC236}">
                <a16:creationId xmlns:a16="http://schemas.microsoft.com/office/drawing/2014/main" id="{CBCE83E9-6D33-4988-8A58-3F82472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240" y="3772080"/>
            <a:ext cx="75960" cy="1428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8B"/>
          </a:solidFill>
          <a:ln xmlns:a="http://schemas.openxmlformats.org/drawingml/2006/main" w="0">
            <a:solidFill>
              <a:srgbClr val="FF2D8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home-card-3-title">
            <a:extLst xmlns:a="http://schemas.openxmlformats.org/drawingml/2006/main">
              <a:ext uri="{FF2B5EF4-FFF2-40B4-BE49-F238E27FC236}">
                <a16:creationId xmlns:a16="http://schemas.microsoft.com/office/drawing/2014/main" id="{C3E04E22-73DC-436B-B364-06AC1367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760" y="3924360"/>
            <a:ext cx="17521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Soirée privée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home-card-3-body">
            <a:extLst xmlns:a="http://schemas.openxmlformats.org/drawingml/2006/main">
              <a:ext uri="{FF2B5EF4-FFF2-40B4-BE49-F238E27FC236}">
                <a16:creationId xmlns:a16="http://schemas.microsoft.com/office/drawing/2014/main" id="{A6997280-86D6-49D5-98A7-D7A784A2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760" y="4267080"/>
            <a:ext cx="1752120" cy="81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Formule plus simple avec options et playlist client.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nav-2-home">
            <a:hlinkClick xmlns:r="http://schemas.openxmlformats.org/officeDocument/2006/relationships" xmlns:a="http://schemas.openxmlformats.org/drawingml/2006/main" r:id="R9bc12bbd06f04760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F313260-A9FF-4C38-B3B7-ECD772F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nav-2-prev">
            <a:hlinkClick xmlns:r="http://schemas.openxmlformats.org/officeDocument/2006/relationships" xmlns:a="http://schemas.openxmlformats.org/drawingml/2006/main" r:id="Rd1b95ecd548d4625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175C98B-8B51-4250-A4AF-564D40D1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nav-2-next">
            <a:hlinkClick xmlns:r="http://schemas.openxmlformats.org/officeDocument/2006/relationships" xmlns:a="http://schemas.openxmlformats.org/drawingml/2006/main" r:id="R1730a067371d4d2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297B98AB-9124-4A33-9F6E-95F3D468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426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3B57E2-5C71-4371-B52F-F738EB1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Les offres présentent les packages et les options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E23B78-8B14-45B0-887B-78BD6DF0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client choisit une formule avant de vérifier les disponibilités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ide-count">
            <a:extLst xmlns:a="http://schemas.openxmlformats.org/drawingml/2006/main">
              <a:ext uri="{FF2B5EF4-FFF2-40B4-BE49-F238E27FC236}">
                <a16:creationId xmlns:a16="http://schemas.microsoft.com/office/drawing/2014/main" id="{3D3DD6BF-70FF-425C-9F9A-659FFF94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3/16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op-rule">
            <a:extLst xmlns:a="http://schemas.openxmlformats.org/drawingml/2006/main">
              <a:ext uri="{FF2B5EF4-FFF2-40B4-BE49-F238E27FC236}">
                <a16:creationId xmlns:a16="http://schemas.microsoft.com/office/drawing/2014/main" id="{3FF1B9FD-20E3-4537-9463-8F37CE35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C7CF816B-7570-4F38-840C-386B17E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browser-top">
            <a:extLst xmlns:a="http://schemas.openxmlformats.org/drawingml/2006/main">
              <a:ext uri="{FF2B5EF4-FFF2-40B4-BE49-F238E27FC236}">
                <a16:creationId xmlns:a16="http://schemas.microsoft.com/office/drawing/2014/main" id="{E94A6197-E182-41DB-B7D5-0B132FE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ab-accueil">
            <a:extLst xmlns:a="http://schemas.openxmlformats.org/drawingml/2006/main">
              <a:ext uri="{FF2B5EF4-FFF2-40B4-BE49-F238E27FC236}">
                <a16:creationId xmlns:a16="http://schemas.microsoft.com/office/drawing/2014/main" id="{87440C59-55B0-4017-91DE-3EC80902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ab-offres">
            <a:extLst xmlns:a="http://schemas.openxmlformats.org/drawingml/2006/main">
              <a:ext uri="{FF2B5EF4-FFF2-40B4-BE49-F238E27FC236}">
                <a16:creationId xmlns:a16="http://schemas.microsoft.com/office/drawing/2014/main" id="{BEB693B8-E6ED-436C-A401-BC415D65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ab-djs">
            <a:extLst xmlns:a="http://schemas.openxmlformats.org/drawingml/2006/main">
              <a:ext uri="{FF2B5EF4-FFF2-40B4-BE49-F238E27FC236}">
                <a16:creationId xmlns:a16="http://schemas.microsoft.com/office/drawing/2014/main" id="{C161E134-37DD-4BD2-AA95-5BC1CC10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5ED4D8A5-FB16-4C23-81D5-1D728D3F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ab-profil">
            <a:extLst xmlns:a="http://schemas.openxmlformats.org/drawingml/2006/main">
              <a:ext uri="{FF2B5EF4-FFF2-40B4-BE49-F238E27FC236}">
                <a16:creationId xmlns:a16="http://schemas.microsoft.com/office/drawing/2014/main" id="{7131776A-1202-4F38-93F1-27C50F7D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offer-basic">
            <a:extLst xmlns:a="http://schemas.openxmlformats.org/drawingml/2006/main">
              <a:ext uri="{FF2B5EF4-FFF2-40B4-BE49-F238E27FC236}">
                <a16:creationId xmlns:a16="http://schemas.microsoft.com/office/drawing/2014/main" id="{CEF0318F-F7B2-4C52-AF8B-4A5DB768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2048040"/>
            <a:ext cx="2952360" cy="19998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offer-basic-accent">
            <a:extLst xmlns:a="http://schemas.openxmlformats.org/drawingml/2006/main">
              <a:ext uri="{FF2B5EF4-FFF2-40B4-BE49-F238E27FC236}">
                <a16:creationId xmlns:a16="http://schemas.microsoft.com/office/drawing/2014/main" id="{5FA9F0EC-D37C-4600-A94A-CD28619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2048040"/>
            <a:ext cx="75960" cy="199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FEA"/>
          </a:solidFill>
          <a:ln xmlns:a="http://schemas.openxmlformats.org/drawingml/2006/main" w="0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offer-basic-title">
            <a:extLst xmlns:a="http://schemas.openxmlformats.org/drawingml/2006/main">
              <a:ext uri="{FF2B5EF4-FFF2-40B4-BE49-F238E27FC236}">
                <a16:creationId xmlns:a16="http://schemas.microsoft.com/office/drawing/2014/main" id="{29753E34-F0AC-4F37-9711-29D4BCF5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200320"/>
            <a:ext cx="2609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Formule Basic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offer-basic-body">
            <a:extLst xmlns:a="http://schemas.openxmlformats.org/drawingml/2006/main">
              <a:ext uri="{FF2B5EF4-FFF2-40B4-BE49-F238E27FC236}">
                <a16:creationId xmlns:a16="http://schemas.microsoft.com/office/drawing/2014/main" id="{7087C9E1-DE4B-422F-8306-DFEBE2E4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543040"/>
            <a:ext cx="2609640" cy="139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DJ 3h, playlist générale, sonorisation simple.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À partir de 350 €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offer-event">
            <a:extLst xmlns:a="http://schemas.openxmlformats.org/drawingml/2006/main">
              <a:ext uri="{FF2B5EF4-FFF2-40B4-BE49-F238E27FC236}">
                <a16:creationId xmlns:a16="http://schemas.microsoft.com/office/drawing/2014/main" id="{8EE5056D-6363-4154-BE8C-92F05E73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2048040"/>
            <a:ext cx="3142800" cy="19998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offer-event-accent">
            <a:extLst xmlns:a="http://schemas.openxmlformats.org/drawingml/2006/main">
              <a:ext uri="{FF2B5EF4-FFF2-40B4-BE49-F238E27FC236}">
                <a16:creationId xmlns:a16="http://schemas.microsoft.com/office/drawing/2014/main" id="{D4DCB138-703D-4C90-A9D0-423C3E6D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2048040"/>
            <a:ext cx="75960" cy="199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8B"/>
          </a:solidFill>
          <a:ln xmlns:a="http://schemas.openxmlformats.org/drawingml/2006/main" w="0">
            <a:solidFill>
              <a:srgbClr val="FF2D8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offer-event-title">
            <a:extLst xmlns:a="http://schemas.openxmlformats.org/drawingml/2006/main">
              <a:ext uri="{FF2B5EF4-FFF2-40B4-BE49-F238E27FC236}">
                <a16:creationId xmlns:a16="http://schemas.microsoft.com/office/drawing/2014/main" id="{4F2E1548-6178-4A79-BC12-557C802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240" y="2200320"/>
            <a:ext cx="2800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Formule Event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offer-event-body">
            <a:extLst xmlns:a="http://schemas.openxmlformats.org/drawingml/2006/main">
              <a:ext uri="{FF2B5EF4-FFF2-40B4-BE49-F238E27FC236}">
                <a16:creationId xmlns:a16="http://schemas.microsoft.com/office/drawing/2014/main" id="{58352EEC-D2F8-4D74-A638-5C8C52BC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240" y="2543040"/>
            <a:ext cx="2800080" cy="139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DJ 5h, éclairage, animation micro, playlist personnalisée.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À partir de 650 €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offer-premium">
            <a:extLst xmlns:a="http://schemas.openxmlformats.org/drawingml/2006/main">
              <a:ext uri="{FF2B5EF4-FFF2-40B4-BE49-F238E27FC236}">
                <a16:creationId xmlns:a16="http://schemas.microsoft.com/office/drawing/2014/main" id="{AE7F815B-ED76-4F9E-A99B-F751CF4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8040"/>
            <a:ext cx="3142800" cy="19998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offer-premium-accent">
            <a:extLst xmlns:a="http://schemas.openxmlformats.org/drawingml/2006/main">
              <a:ext uri="{FF2B5EF4-FFF2-40B4-BE49-F238E27FC236}">
                <a16:creationId xmlns:a16="http://schemas.microsoft.com/office/drawing/2014/main" id="{C2C3CDC4-9E53-438C-AAD4-74486D2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8040"/>
            <a:ext cx="75960" cy="199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0">
            <a:solidFill>
              <a:srgbClr val="FFC2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offer-premium-title">
            <a:extLst xmlns:a="http://schemas.openxmlformats.org/drawingml/2006/main">
              <a:ext uri="{FF2B5EF4-FFF2-40B4-BE49-F238E27FC236}">
                <a16:creationId xmlns:a16="http://schemas.microsoft.com/office/drawing/2014/main" id="{2D1A469C-D353-4055-8BD9-FFC65155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20" y="2200320"/>
            <a:ext cx="2800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Formule Premium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offer-premium-body">
            <a:extLst xmlns:a="http://schemas.openxmlformats.org/drawingml/2006/main">
              <a:ext uri="{FF2B5EF4-FFF2-40B4-BE49-F238E27FC236}">
                <a16:creationId xmlns:a16="http://schemas.microsoft.com/office/drawing/2014/main" id="{035279A1-10C3-4DC2-B673-5C12FC3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20" y="2543040"/>
            <a:ext cx="2800080" cy="139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Mariage ou entreprise, rendez-vous préparatoire, contrat personnalisé.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À partir de 950 €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elect-premium">
            <a:hlinkClick xmlns:r="http://schemas.openxmlformats.org/officeDocument/2006/relationships" xmlns:a="http://schemas.openxmlformats.org/drawingml/2006/main" r:id="Rc6da5f762b6c4177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3317C2E-2F68-441A-B422-F9EFFBA3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840" y="4324320"/>
            <a:ext cx="180936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9525">
            <a:solidFill>
              <a:srgbClr val="FFC2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0B1020"/>
                </a:solidFill>
                <a:latin typeface="Calibri"/>
                <a:ea typeface="Calibri"/>
                <a:cs typeface="Calibri"/>
              </a:rPr>
              <a:t>Choisir Premium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offers-to-error-slot">
            <a:hlinkClick xmlns:r="http://schemas.openxmlformats.org/officeDocument/2006/relationships" xmlns:a="http://schemas.openxmlformats.org/drawingml/2006/main" r:id="R791fe9160c6d4e2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3288955-25D9-4E04-9616-E682F803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4324320"/>
            <a:ext cx="238104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Voir un créneau indisponible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nav-3-home">
            <a:hlinkClick xmlns:r="http://schemas.openxmlformats.org/officeDocument/2006/relationships" xmlns:a="http://schemas.openxmlformats.org/drawingml/2006/main" r:id="R2960740900444975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C5D8E65-4300-4BFA-9BE8-5FF2482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nav-3-prev">
            <a:hlinkClick xmlns:r="http://schemas.openxmlformats.org/officeDocument/2006/relationships" xmlns:a="http://schemas.openxmlformats.org/drawingml/2006/main" r:id="R3d905c304d0f4b4d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C51716C-21AA-415A-AFDF-F2006261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nav-3-next">
            <a:hlinkClick xmlns:r="http://schemas.openxmlformats.org/officeDocument/2006/relationships" xmlns:a="http://schemas.openxmlformats.org/drawingml/2006/main" r:id="Rb50aa14879274059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CD02D9E-6193-440B-8F08-777B598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8438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C8D68D-F723-46BD-ACA5-1BD5635A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détail de l’offre permet de choisir les options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26BBDB8-3D61-4488-B72D-211F889A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Les options influencent le devis et parfois le matériel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lide-count">
            <a:extLst xmlns:a="http://schemas.openxmlformats.org/drawingml/2006/main">
              <a:ext uri="{FF2B5EF4-FFF2-40B4-BE49-F238E27FC236}">
                <a16:creationId xmlns:a16="http://schemas.microsoft.com/office/drawing/2014/main" id="{6EBF7C68-1AF1-424D-BEDA-B173401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4/16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op-rule">
            <a:extLst xmlns:a="http://schemas.openxmlformats.org/drawingml/2006/main">
              <a:ext uri="{FF2B5EF4-FFF2-40B4-BE49-F238E27FC236}">
                <a16:creationId xmlns:a16="http://schemas.microsoft.com/office/drawing/2014/main" id="{F2E14C56-E017-4CA6-9B05-F5A9F414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ED99B12F-CC0D-464B-8FAD-6C3EC5CF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browser-top">
            <a:extLst xmlns:a="http://schemas.openxmlformats.org/drawingml/2006/main">
              <a:ext uri="{FF2B5EF4-FFF2-40B4-BE49-F238E27FC236}">
                <a16:creationId xmlns:a16="http://schemas.microsoft.com/office/drawing/2014/main" id="{A83B4FDA-0778-4AC4-9AED-D2AFF4C0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ab-accueil">
            <a:extLst xmlns:a="http://schemas.openxmlformats.org/drawingml/2006/main">
              <a:ext uri="{FF2B5EF4-FFF2-40B4-BE49-F238E27FC236}">
                <a16:creationId xmlns:a16="http://schemas.microsoft.com/office/drawing/2014/main" id="{9E870E00-8497-4012-841F-3CA0636F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ab-offres">
            <a:extLst xmlns:a="http://schemas.openxmlformats.org/drawingml/2006/main">
              <a:ext uri="{FF2B5EF4-FFF2-40B4-BE49-F238E27FC236}">
                <a16:creationId xmlns:a16="http://schemas.microsoft.com/office/drawing/2014/main" id="{702A0B86-8674-4DDF-8F06-89170A89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ab-djs">
            <a:extLst xmlns:a="http://schemas.openxmlformats.org/drawingml/2006/main">
              <a:ext uri="{FF2B5EF4-FFF2-40B4-BE49-F238E27FC236}">
                <a16:creationId xmlns:a16="http://schemas.microsoft.com/office/drawing/2014/main" id="{E38E3A10-2565-4E38-B81B-B7C21BB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D748DA20-00CC-4523-B456-7D49CC2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ab-profil">
            <a:extLst xmlns:a="http://schemas.openxmlformats.org/drawingml/2006/main">
              <a:ext uri="{FF2B5EF4-FFF2-40B4-BE49-F238E27FC236}">
                <a16:creationId xmlns:a16="http://schemas.microsoft.com/office/drawing/2014/main" id="{4542A76B-4E7B-43AB-9543-4720A8A9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offer-title">
            <a:extLst xmlns:a="http://schemas.openxmlformats.org/drawingml/2006/main">
              <a:ext uri="{FF2B5EF4-FFF2-40B4-BE49-F238E27FC236}">
                <a16:creationId xmlns:a16="http://schemas.microsoft.com/office/drawing/2014/main" id="{16BECCFE-A187-4E97-9FE8-5D19076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952640"/>
            <a:ext cx="38095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5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Formule Premium</a:t>
            </a:r>
            <a:endParaRPr sz="22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check-270">
            <a:extLst xmlns:a="http://schemas.openxmlformats.org/drawingml/2006/main">
              <a:ext uri="{FF2B5EF4-FFF2-40B4-BE49-F238E27FC236}">
                <a16:creationId xmlns:a16="http://schemas.microsoft.com/office/drawing/2014/main" id="{297C485A-2F39-4304-9CC4-27D26B7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571840"/>
            <a:ext cx="400032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DJ 6h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check-300">
            <a:extLst xmlns:a="http://schemas.openxmlformats.org/drawingml/2006/main">
              <a:ext uri="{FF2B5EF4-FFF2-40B4-BE49-F238E27FC236}">
                <a16:creationId xmlns:a16="http://schemas.microsoft.com/office/drawing/2014/main" id="{EF262859-E186-49F1-9ED6-9B49622E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857680"/>
            <a:ext cx="400032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Rendez-vous préparatoire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check-330">
            <a:extLst xmlns:a="http://schemas.openxmlformats.org/drawingml/2006/main">
              <a:ext uri="{FF2B5EF4-FFF2-40B4-BE49-F238E27FC236}">
                <a16:creationId xmlns:a16="http://schemas.microsoft.com/office/drawing/2014/main" id="{4B5E7FBA-CE65-4B0B-8547-43277307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143160"/>
            <a:ext cx="400032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Éclairage de scène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check-360">
            <a:extLst xmlns:a="http://schemas.openxmlformats.org/drawingml/2006/main">
              <a:ext uri="{FF2B5EF4-FFF2-40B4-BE49-F238E27FC236}">
                <a16:creationId xmlns:a16="http://schemas.microsoft.com/office/drawing/2014/main" id="{1B4590C4-4A35-436B-BE17-9878ADD2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429000"/>
            <a:ext cx="400032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Contrat personnalisé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check-390">
            <a:extLst xmlns:a="http://schemas.openxmlformats.org/drawingml/2006/main">
              <a:ext uri="{FF2B5EF4-FFF2-40B4-BE49-F238E27FC236}">
                <a16:creationId xmlns:a16="http://schemas.microsoft.com/office/drawing/2014/main" id="{E42DED8C-A40E-4771-99AC-9436B701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714840"/>
            <a:ext cx="400032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Acompte pour bloquer la date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option-sound">
            <a:extLst xmlns:a="http://schemas.openxmlformats.org/drawingml/2006/main">
              <a:ext uri="{FF2B5EF4-FFF2-40B4-BE49-F238E27FC236}">
                <a16:creationId xmlns:a16="http://schemas.microsoft.com/office/drawing/2014/main" id="{69D13781-E8D3-426C-B62C-43E9D6B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080" y="2286000"/>
            <a:ext cx="2476080" cy="112356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option-sound-accent">
            <a:extLst xmlns:a="http://schemas.openxmlformats.org/drawingml/2006/main">
              <a:ext uri="{FF2B5EF4-FFF2-40B4-BE49-F238E27FC236}">
                <a16:creationId xmlns:a16="http://schemas.microsoft.com/office/drawing/2014/main" id="{01545980-E86D-43F3-86A8-8CC7F0FC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080" y="2286000"/>
            <a:ext cx="75960" cy="112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FEA"/>
          </a:solidFill>
          <a:ln xmlns:a="http://schemas.openxmlformats.org/drawingml/2006/main" w="0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option-sound-title">
            <a:extLst xmlns:a="http://schemas.openxmlformats.org/drawingml/2006/main">
              <a:ext uri="{FF2B5EF4-FFF2-40B4-BE49-F238E27FC236}">
                <a16:creationId xmlns:a16="http://schemas.microsoft.com/office/drawing/2014/main" id="{50B79F1F-F4ED-497A-B991-6FF5E0C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00" y="2438280"/>
            <a:ext cx="2133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Option sonorisation +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option-sound-body">
            <a:extLst xmlns:a="http://schemas.openxmlformats.org/drawingml/2006/main">
              <a:ext uri="{FF2B5EF4-FFF2-40B4-BE49-F238E27FC236}">
                <a16:creationId xmlns:a16="http://schemas.microsoft.com/office/drawing/2014/main" id="{DFC54E14-2233-4E41-8C63-4D026447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00" y="2781360"/>
            <a:ext cx="21333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Matériel supplémentaire : +120 €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option-light">
            <a:extLst xmlns:a="http://schemas.openxmlformats.org/drawingml/2006/main">
              <a:ext uri="{FF2B5EF4-FFF2-40B4-BE49-F238E27FC236}">
                <a16:creationId xmlns:a16="http://schemas.microsoft.com/office/drawing/2014/main" id="{3F5FCC3B-495A-43AD-B8B2-B96F2850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60" y="2286000"/>
            <a:ext cx="2476080" cy="112356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option-light-accent">
            <a:extLst xmlns:a="http://schemas.openxmlformats.org/drawingml/2006/main">
              <a:ext uri="{FF2B5EF4-FFF2-40B4-BE49-F238E27FC236}">
                <a16:creationId xmlns:a16="http://schemas.microsoft.com/office/drawing/2014/main" id="{3A238732-1B5C-421D-AFD8-1271F1DB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60" y="2286000"/>
            <a:ext cx="75960" cy="112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8B"/>
          </a:solidFill>
          <a:ln xmlns:a="http://schemas.openxmlformats.org/drawingml/2006/main" w="0">
            <a:solidFill>
              <a:srgbClr val="FF2D8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option-light-title">
            <a:extLst xmlns:a="http://schemas.openxmlformats.org/drawingml/2006/main">
              <a:ext uri="{FF2B5EF4-FFF2-40B4-BE49-F238E27FC236}">
                <a16:creationId xmlns:a16="http://schemas.microsoft.com/office/drawing/2014/main" id="{11BB92DE-68D4-4385-B861-3E32E5F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80" y="2438280"/>
            <a:ext cx="2133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Option éclairage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option-light-body">
            <a:extLst xmlns:a="http://schemas.openxmlformats.org/drawingml/2006/main">
              <a:ext uri="{FF2B5EF4-FFF2-40B4-BE49-F238E27FC236}">
                <a16:creationId xmlns:a16="http://schemas.microsoft.com/office/drawing/2014/main" id="{0D8C8221-7AE9-40E0-8482-B7C3CB93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80" y="2781360"/>
            <a:ext cx="21333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Jeux de lumières : +90 €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option-travel">
            <a:extLst xmlns:a="http://schemas.openxmlformats.org/drawingml/2006/main">
              <a:ext uri="{FF2B5EF4-FFF2-40B4-BE49-F238E27FC236}">
                <a16:creationId xmlns:a16="http://schemas.microsoft.com/office/drawing/2014/main" id="{EF88BB0C-B864-4043-8649-258A451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320" y="3657600"/>
            <a:ext cx="2476080" cy="112356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option-travel-accent">
            <a:extLst xmlns:a="http://schemas.openxmlformats.org/drawingml/2006/main">
              <a:ext uri="{FF2B5EF4-FFF2-40B4-BE49-F238E27FC236}">
                <a16:creationId xmlns:a16="http://schemas.microsoft.com/office/drawing/2014/main" id="{08246C25-C3C6-4FF6-BEFD-9664B57B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320" y="3657600"/>
            <a:ext cx="75960" cy="112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0">
            <a:solidFill>
              <a:srgbClr val="FFC2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option-travel-title">
            <a:extLst xmlns:a="http://schemas.openxmlformats.org/drawingml/2006/main">
              <a:ext uri="{FF2B5EF4-FFF2-40B4-BE49-F238E27FC236}">
                <a16:creationId xmlns:a16="http://schemas.microsoft.com/office/drawing/2014/main" id="{89699FA6-11D4-4F36-B70E-DA1FDE5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840" y="3809880"/>
            <a:ext cx="2133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Déplacement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option-travel-body">
            <a:extLst xmlns:a="http://schemas.openxmlformats.org/drawingml/2006/main">
              <a:ext uri="{FF2B5EF4-FFF2-40B4-BE49-F238E27FC236}">
                <a16:creationId xmlns:a16="http://schemas.microsoft.com/office/drawing/2014/main" id="{EF6DAC81-E880-48F3-80A6-1F8CBE05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840" y="4152960"/>
            <a:ext cx="21333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Calcul selon distance et parking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offer-to-slot">
            <a:hlinkClick xmlns:r="http://schemas.openxmlformats.org/officeDocument/2006/relationships" xmlns:a="http://schemas.openxmlformats.org/drawingml/2006/main" r:id="R318879784361473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AE70F89-0117-484E-85B0-75E654B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5095800"/>
            <a:ext cx="247608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Choisir un DJ disponible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nav-4-home">
            <a:hlinkClick xmlns:r="http://schemas.openxmlformats.org/officeDocument/2006/relationships" xmlns:a="http://schemas.openxmlformats.org/drawingml/2006/main" r:id="R1799d6e1bc32463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8E7A823-DC64-4AAD-9033-1030E87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nav-4-prev">
            <a:hlinkClick xmlns:r="http://schemas.openxmlformats.org/officeDocument/2006/relationships" xmlns:a="http://schemas.openxmlformats.org/drawingml/2006/main" r:id="Rc4b3d1d1d87b44bf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CA06302-5C12-4342-B931-28B4519A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nav-4-next">
            <a:hlinkClick xmlns:r="http://schemas.openxmlformats.org/officeDocument/2006/relationships" xmlns:a="http://schemas.openxmlformats.org/drawingml/2006/main" r:id="Rbd2b502d1bf949d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49F0D3A-F1D5-482F-85D5-6C6B702E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8138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96160C-1E7B-41B7-9A07-FF9A9E02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client choisit un DJ et un créneau disponible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929695-8CB8-4D20-A749-E2A0A50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Un créneau confirmé sera bloqué pour les autres clients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slide-count">
            <a:extLst xmlns:a="http://schemas.openxmlformats.org/drawingml/2006/main">
              <a:ext uri="{FF2B5EF4-FFF2-40B4-BE49-F238E27FC236}">
                <a16:creationId xmlns:a16="http://schemas.microsoft.com/office/drawing/2014/main" id="{B4B8C29A-401F-43B1-AFE5-B58DC923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5/16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top-rule">
            <a:extLst xmlns:a="http://schemas.openxmlformats.org/drawingml/2006/main">
              <a:ext uri="{FF2B5EF4-FFF2-40B4-BE49-F238E27FC236}">
                <a16:creationId xmlns:a16="http://schemas.microsoft.com/office/drawing/2014/main" id="{E8051536-9608-4C7F-A2C7-E3E09961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FA0A8668-E63F-4962-AEC9-AE60FFA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browser-top">
            <a:extLst xmlns:a="http://schemas.openxmlformats.org/drawingml/2006/main">
              <a:ext uri="{FF2B5EF4-FFF2-40B4-BE49-F238E27FC236}">
                <a16:creationId xmlns:a16="http://schemas.microsoft.com/office/drawing/2014/main" id="{3219B6C8-F65F-466F-9A35-C0C440E8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tab-accueil">
            <a:extLst xmlns:a="http://schemas.openxmlformats.org/drawingml/2006/main">
              <a:ext uri="{FF2B5EF4-FFF2-40B4-BE49-F238E27FC236}">
                <a16:creationId xmlns:a16="http://schemas.microsoft.com/office/drawing/2014/main" id="{3B4594B3-E6BA-418C-B62C-93659DB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ab-offres">
            <a:extLst xmlns:a="http://schemas.openxmlformats.org/drawingml/2006/main">
              <a:ext uri="{FF2B5EF4-FFF2-40B4-BE49-F238E27FC236}">
                <a16:creationId xmlns:a16="http://schemas.microsoft.com/office/drawing/2014/main" id="{5D3AFAB6-CF4E-49FD-80FF-04BB038D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ab-djs">
            <a:extLst xmlns:a="http://schemas.openxmlformats.org/drawingml/2006/main">
              <a:ext uri="{FF2B5EF4-FFF2-40B4-BE49-F238E27FC236}">
                <a16:creationId xmlns:a16="http://schemas.microsoft.com/office/drawing/2014/main" id="{E6D5CFF6-82B7-47B6-AAA8-7DBAB8C2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47A2E530-C28B-47E3-B289-43A1F6B7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ab-profil">
            <a:extLst xmlns:a="http://schemas.openxmlformats.org/drawingml/2006/main">
              <a:ext uri="{FF2B5EF4-FFF2-40B4-BE49-F238E27FC236}">
                <a16:creationId xmlns:a16="http://schemas.microsoft.com/office/drawing/2014/main" id="{D0997D24-D0C7-490A-8AF3-F420F1C5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dj-1">
            <a:extLst xmlns:a="http://schemas.openxmlformats.org/drawingml/2006/main">
              <a:ext uri="{FF2B5EF4-FFF2-40B4-BE49-F238E27FC236}">
                <a16:creationId xmlns:a16="http://schemas.microsoft.com/office/drawing/2014/main" id="{79228943-0397-4BB3-B9C1-D9B78B8B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095560"/>
            <a:ext cx="3047760" cy="152352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dj-1-accent">
            <a:extLst xmlns:a="http://schemas.openxmlformats.org/drawingml/2006/main">
              <a:ext uri="{FF2B5EF4-FFF2-40B4-BE49-F238E27FC236}">
                <a16:creationId xmlns:a16="http://schemas.microsoft.com/office/drawing/2014/main" id="{B2BF84B3-F13A-46B6-80E2-1F8B96E0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095560"/>
            <a:ext cx="75960" cy="152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FEA"/>
          </a:solidFill>
          <a:ln xmlns:a="http://schemas.openxmlformats.org/drawingml/2006/main" w="0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dj-1-title">
            <a:extLst xmlns:a="http://schemas.openxmlformats.org/drawingml/2006/main">
              <a:ext uri="{FF2B5EF4-FFF2-40B4-BE49-F238E27FC236}">
                <a16:creationId xmlns:a16="http://schemas.microsoft.com/office/drawing/2014/main" id="{8CB4EFCB-6F73-40BE-90AF-506A9A69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80" y="2247840"/>
            <a:ext cx="27046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DJ Lucas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dj-1-body">
            <a:extLst xmlns:a="http://schemas.openxmlformats.org/drawingml/2006/main">
              <a:ext uri="{FF2B5EF4-FFF2-40B4-BE49-F238E27FC236}">
                <a16:creationId xmlns:a16="http://schemas.microsoft.com/office/drawing/2014/main" id="{79580F1F-E6AD-4FF3-AF60-BF070CCB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80" y="2590920"/>
            <a:ext cx="270468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Disponible : 20/09/2026, 18h-02h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Styles : afro, house, pop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dj-2">
            <a:extLst xmlns:a="http://schemas.openxmlformats.org/drawingml/2006/main">
              <a:ext uri="{FF2B5EF4-FFF2-40B4-BE49-F238E27FC236}">
                <a16:creationId xmlns:a16="http://schemas.microsoft.com/office/drawing/2014/main" id="{4964BBD4-CE8B-4BCE-A845-9511197C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160" y="2095560"/>
            <a:ext cx="3333240" cy="152352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dj-2-accent">
            <a:extLst xmlns:a="http://schemas.openxmlformats.org/drawingml/2006/main">
              <a:ext uri="{FF2B5EF4-FFF2-40B4-BE49-F238E27FC236}">
                <a16:creationId xmlns:a16="http://schemas.microsoft.com/office/drawing/2014/main" id="{0B21924C-8E22-4276-BC80-61300540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160" y="2095560"/>
            <a:ext cx="75960" cy="152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8B"/>
          </a:solidFill>
          <a:ln xmlns:a="http://schemas.openxmlformats.org/drawingml/2006/main" w="0">
            <a:solidFill>
              <a:srgbClr val="FF2D8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dj-2-title">
            <a:extLst xmlns:a="http://schemas.openxmlformats.org/drawingml/2006/main">
              <a:ext uri="{FF2B5EF4-FFF2-40B4-BE49-F238E27FC236}">
                <a16:creationId xmlns:a16="http://schemas.microsoft.com/office/drawing/2014/main" id="{462CC31E-CFB4-4C0A-B564-BA7C3C1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80" y="2247840"/>
            <a:ext cx="29905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DJ Sarah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dj-2-body">
            <a:extLst xmlns:a="http://schemas.openxmlformats.org/drawingml/2006/main">
              <a:ext uri="{FF2B5EF4-FFF2-40B4-BE49-F238E27FC236}">
                <a16:creationId xmlns:a16="http://schemas.microsoft.com/office/drawing/2014/main" id="{714FED88-313E-4E3A-A2A3-34B0B1F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80" y="2590920"/>
            <a:ext cx="299052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Disponible : 27/09/2026, 19h-01h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Styles : mariage, latino, années 2000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dj-3">
            <a:extLst xmlns:a="http://schemas.openxmlformats.org/drawingml/2006/main">
              <a:ext uri="{FF2B5EF4-FFF2-40B4-BE49-F238E27FC236}">
                <a16:creationId xmlns:a16="http://schemas.microsoft.com/office/drawing/2014/main" id="{2DD10557-9B2E-428A-A660-79FBA49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60"/>
            <a:ext cx="2761920" cy="152352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dj-3-accent">
            <a:extLst xmlns:a="http://schemas.openxmlformats.org/drawingml/2006/main">
              <a:ext uri="{FF2B5EF4-FFF2-40B4-BE49-F238E27FC236}">
                <a16:creationId xmlns:a16="http://schemas.microsoft.com/office/drawing/2014/main" id="{D00EE20C-9260-4CD1-87C7-3311F949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60"/>
            <a:ext cx="75960" cy="152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dj-3-title">
            <a:extLst xmlns:a="http://schemas.openxmlformats.org/drawingml/2006/main">
              <a:ext uri="{FF2B5EF4-FFF2-40B4-BE49-F238E27FC236}">
                <a16:creationId xmlns:a16="http://schemas.microsoft.com/office/drawing/2014/main" id="{40093B68-D545-43C6-8A49-A0274A0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20" y="2247840"/>
            <a:ext cx="24188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DJ Mike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dj-3-body">
            <a:extLst xmlns:a="http://schemas.openxmlformats.org/drawingml/2006/main">
              <a:ext uri="{FF2B5EF4-FFF2-40B4-BE49-F238E27FC236}">
                <a16:creationId xmlns:a16="http://schemas.microsoft.com/office/drawing/2014/main" id="{5CA83833-A81B-4900-911B-D634BA6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20" y="2590920"/>
            <a:ext cx="24188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Indisponible : déjà réservé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Le créneau n’est pas sélectionnable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choose-lucas-slot">
            <a:hlinkClick xmlns:r="http://schemas.openxmlformats.org/officeDocument/2006/relationships" xmlns:a="http://schemas.openxmlformats.org/drawingml/2006/main" r:id="Rd7be4e0232d2483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AD2E04B-A4B6-4A4C-8D09-39C6464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20" y="3905280"/>
            <a:ext cx="228564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Sélectionner ce créneau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choose-unavailable-slot">
            <a:hlinkClick xmlns:r="http://schemas.openxmlformats.org/officeDocument/2006/relationships" xmlns:a="http://schemas.openxmlformats.org/drawingml/2006/main" r:id="R9ca38adfcf8d4f4e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624ED0F-14B3-4074-A901-312BD2E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80" y="3905280"/>
            <a:ext cx="190476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Tester indisponible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nav-5-home">
            <a:hlinkClick xmlns:r="http://schemas.openxmlformats.org/officeDocument/2006/relationships" xmlns:a="http://schemas.openxmlformats.org/drawingml/2006/main" r:id="R7d3e40a7535643f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9E1587F-85C4-46E1-AFDF-4B569D5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nav-5-prev">
            <a:hlinkClick xmlns:r="http://schemas.openxmlformats.org/officeDocument/2006/relationships" xmlns:a="http://schemas.openxmlformats.org/drawingml/2006/main" r:id="R2140a4f4af894cd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E1C6D9D-D06B-46A8-87F8-02BC294C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nav-5-next">
            <a:hlinkClick xmlns:r="http://schemas.openxmlformats.org/officeDocument/2006/relationships" xmlns:a="http://schemas.openxmlformats.org/drawingml/2006/main" r:id="R257f428186c4400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55E5FC6-CEA5-41E0-BCC6-B26B3611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54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55A205-F163-4AD5-A8FA-0F04290B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La demande de devis collecte les informations métier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580A5B-1AC7-489E-91D0-1B1A5B48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formulaire doit être complet pour générer un devis fiable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slide-count">
            <a:extLst xmlns:a="http://schemas.openxmlformats.org/drawingml/2006/main">
              <a:ext uri="{FF2B5EF4-FFF2-40B4-BE49-F238E27FC236}">
                <a16:creationId xmlns:a16="http://schemas.microsoft.com/office/drawing/2014/main" id="{5E7F2D87-8CF4-4534-AE16-B6736A0E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6/16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op-rule">
            <a:extLst xmlns:a="http://schemas.openxmlformats.org/drawingml/2006/main">
              <a:ext uri="{FF2B5EF4-FFF2-40B4-BE49-F238E27FC236}">
                <a16:creationId xmlns:a16="http://schemas.microsoft.com/office/drawing/2014/main" id="{2953C9C2-0644-4E77-B101-24B15FBC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4EF67196-F49B-4E04-A9A8-AB6B596E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browser-top">
            <a:extLst xmlns:a="http://schemas.openxmlformats.org/drawingml/2006/main">
              <a:ext uri="{FF2B5EF4-FFF2-40B4-BE49-F238E27FC236}">
                <a16:creationId xmlns:a16="http://schemas.microsoft.com/office/drawing/2014/main" id="{0A443842-0B61-46C0-BF77-5DBB74D8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ab-accueil">
            <a:extLst xmlns:a="http://schemas.openxmlformats.org/drawingml/2006/main">
              <a:ext uri="{FF2B5EF4-FFF2-40B4-BE49-F238E27FC236}">
                <a16:creationId xmlns:a16="http://schemas.microsoft.com/office/drawing/2014/main" id="{5724B9DC-B087-4DD7-B4D1-09C9C820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ab-offres">
            <a:extLst xmlns:a="http://schemas.openxmlformats.org/drawingml/2006/main">
              <a:ext uri="{FF2B5EF4-FFF2-40B4-BE49-F238E27FC236}">
                <a16:creationId xmlns:a16="http://schemas.microsoft.com/office/drawing/2014/main" id="{54B2DD38-A701-4D23-9D82-79A821D3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ab-djs">
            <a:extLst xmlns:a="http://schemas.openxmlformats.org/drawingml/2006/main">
              <a:ext uri="{FF2B5EF4-FFF2-40B4-BE49-F238E27FC236}">
                <a16:creationId xmlns:a16="http://schemas.microsoft.com/office/drawing/2014/main" id="{75D52F67-7743-4F5D-BBF0-CFC6C54F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8C549226-72A1-4F9F-824C-EFB2767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ab-profil">
            <a:extLst xmlns:a="http://schemas.openxmlformats.org/drawingml/2006/main">
              <a:ext uri="{FF2B5EF4-FFF2-40B4-BE49-F238E27FC236}">
                <a16:creationId xmlns:a16="http://schemas.microsoft.com/office/drawing/2014/main" id="{08A0A3BE-44C8-4A8B-BAC0-3F40C024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event-type-label">
            <a:extLst xmlns:a="http://schemas.openxmlformats.org/drawingml/2006/main">
              <a:ext uri="{FF2B5EF4-FFF2-40B4-BE49-F238E27FC236}">
                <a16:creationId xmlns:a16="http://schemas.microsoft.com/office/drawing/2014/main" id="{E4651A91-2F03-4895-930C-DCF77C94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195264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Type d’événement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event-type">
            <a:extLst xmlns:a="http://schemas.openxmlformats.org/drawingml/2006/main">
              <a:ext uri="{FF2B5EF4-FFF2-40B4-BE49-F238E27FC236}">
                <a16:creationId xmlns:a16="http://schemas.microsoft.com/office/drawing/2014/main" id="{DE055409-2DDB-4257-8E40-3612D73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181240"/>
            <a:ext cx="247608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Mariage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event-date-label">
            <a:extLst xmlns:a="http://schemas.openxmlformats.org/drawingml/2006/main">
              <a:ext uri="{FF2B5EF4-FFF2-40B4-BE49-F238E27FC236}">
                <a16:creationId xmlns:a16="http://schemas.microsoft.com/office/drawing/2014/main" id="{873DE12B-BBD2-4CA4-AFE1-0840D3B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40" y="1952640"/>
            <a:ext cx="20952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Date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event-date">
            <a:extLst xmlns:a="http://schemas.openxmlformats.org/drawingml/2006/main">
              <a:ext uri="{FF2B5EF4-FFF2-40B4-BE49-F238E27FC236}">
                <a16:creationId xmlns:a16="http://schemas.microsoft.com/office/drawing/2014/main" id="{A058D468-F447-48FE-B550-A4CDE20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40" y="2181240"/>
            <a:ext cx="209520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20/09/2026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event-place-label">
            <a:extLst xmlns:a="http://schemas.openxmlformats.org/drawingml/2006/main">
              <a:ext uri="{FF2B5EF4-FFF2-40B4-BE49-F238E27FC236}">
                <a16:creationId xmlns:a16="http://schemas.microsoft.com/office/drawing/2014/main" id="{4BBEEFA2-857A-4D74-8FCF-67941D9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840" y="195264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Lieu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event-place">
            <a:extLst xmlns:a="http://schemas.openxmlformats.org/drawingml/2006/main">
              <a:ext uri="{FF2B5EF4-FFF2-40B4-BE49-F238E27FC236}">
                <a16:creationId xmlns:a16="http://schemas.microsoft.com/office/drawing/2014/main" id="{82925641-F2AE-4531-9157-13AFE28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840" y="2181240"/>
            <a:ext cx="247608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Bruxelles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event-guests-label">
            <a:extLst xmlns:a="http://schemas.openxmlformats.org/drawingml/2006/main">
              <a:ext uri="{FF2B5EF4-FFF2-40B4-BE49-F238E27FC236}">
                <a16:creationId xmlns:a16="http://schemas.microsoft.com/office/drawing/2014/main" id="{D328EAF1-E456-4351-BD0C-60A2FAF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1952640"/>
            <a:ext cx="1714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Nombre d’invités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event-guests">
            <a:extLst xmlns:a="http://schemas.openxmlformats.org/drawingml/2006/main">
              <a:ext uri="{FF2B5EF4-FFF2-40B4-BE49-F238E27FC236}">
                <a16:creationId xmlns:a16="http://schemas.microsoft.com/office/drawing/2014/main" id="{5DBF93F8-7B68-485C-B122-CFCFCABE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2181240"/>
            <a:ext cx="171432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120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event-duration-label">
            <a:extLst xmlns:a="http://schemas.openxmlformats.org/drawingml/2006/main">
              <a:ext uri="{FF2B5EF4-FFF2-40B4-BE49-F238E27FC236}">
                <a16:creationId xmlns:a16="http://schemas.microsoft.com/office/drawing/2014/main" id="{05D3D866-746D-4D35-9693-1308797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905200"/>
            <a:ext cx="20952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Durée prévue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event-duration">
            <a:extLst xmlns:a="http://schemas.openxmlformats.org/drawingml/2006/main">
              <a:ext uri="{FF2B5EF4-FFF2-40B4-BE49-F238E27FC236}">
                <a16:creationId xmlns:a16="http://schemas.microsoft.com/office/drawing/2014/main" id="{046B0721-9E42-4E61-8C82-9327E81F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133800"/>
            <a:ext cx="209520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6h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event-parking-label">
            <a:extLst xmlns:a="http://schemas.openxmlformats.org/drawingml/2006/main">
              <a:ext uri="{FF2B5EF4-FFF2-40B4-BE49-F238E27FC236}">
                <a16:creationId xmlns:a16="http://schemas.microsoft.com/office/drawing/2014/main" id="{0C5BD31E-AAB3-4E5A-A4F6-B1E80FF1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2905200"/>
            <a:ext cx="20952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Parking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event-parking">
            <a:extLst xmlns:a="http://schemas.openxmlformats.org/drawingml/2006/main">
              <a:ext uri="{FF2B5EF4-FFF2-40B4-BE49-F238E27FC236}">
                <a16:creationId xmlns:a16="http://schemas.microsoft.com/office/drawing/2014/main" id="{401FA00D-B17E-43E4-9C23-2993011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3133800"/>
            <a:ext cx="209520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Oui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event-style-label">
            <a:extLst xmlns:a="http://schemas.openxmlformats.org/drawingml/2006/main">
              <a:ext uri="{FF2B5EF4-FFF2-40B4-BE49-F238E27FC236}">
                <a16:creationId xmlns:a16="http://schemas.microsoft.com/office/drawing/2014/main" id="{A7744405-40F1-4349-BC68-445E9E7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600" y="2905200"/>
            <a:ext cx="2857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Styles musicaux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event-style">
            <a:extLst xmlns:a="http://schemas.openxmlformats.org/drawingml/2006/main">
              <a:ext uri="{FF2B5EF4-FFF2-40B4-BE49-F238E27FC236}">
                <a16:creationId xmlns:a16="http://schemas.microsoft.com/office/drawing/2014/main" id="{5D9D1279-F65E-4F50-89A6-BA0015EB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600" y="3133800"/>
            <a:ext cx="285732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Afro, house, pop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event-comment-label">
            <a:extLst xmlns:a="http://schemas.openxmlformats.org/drawingml/2006/main">
              <a:ext uri="{FF2B5EF4-FFF2-40B4-BE49-F238E27FC236}">
                <a16:creationId xmlns:a16="http://schemas.microsoft.com/office/drawing/2014/main" id="{5A9634F6-7B85-4651-80E9-B5C854B9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857760"/>
            <a:ext cx="76197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Commentaire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event-comment">
            <a:extLst xmlns:a="http://schemas.openxmlformats.org/drawingml/2006/main">
              <a:ext uri="{FF2B5EF4-FFF2-40B4-BE49-F238E27FC236}">
                <a16:creationId xmlns:a16="http://schemas.microsoft.com/office/drawing/2014/main" id="{85B19E72-BD15-4F11-9488-EF4A8B69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4086360"/>
            <a:ext cx="761976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Prévoir ouverture de bal.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quote-submit-ok">
            <a:hlinkClick xmlns:r="http://schemas.openxmlformats.org/officeDocument/2006/relationships" xmlns:a="http://schemas.openxmlformats.org/drawingml/2006/main" r:id="R53ee57467bdc4f2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E1C9C177-8E30-4154-AEAA-D286A94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040" y="4476600"/>
            <a:ext cx="180936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Générer le devis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quote-submit-error">
            <a:hlinkClick xmlns:r="http://schemas.openxmlformats.org/officeDocument/2006/relationships" xmlns:a="http://schemas.openxmlformats.org/drawingml/2006/main" r:id="R703328ef27bf431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D311285-2864-4992-B49D-5419D62B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120" y="4476600"/>
            <a:ext cx="209520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Tester champs manquants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nav-6-home">
            <a:hlinkClick xmlns:r="http://schemas.openxmlformats.org/officeDocument/2006/relationships" xmlns:a="http://schemas.openxmlformats.org/drawingml/2006/main" r:id="R4c0e3ef2e8764eba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4227781-83A8-4DFB-85F8-C5C09EE5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nav-6-prev">
            <a:hlinkClick xmlns:r="http://schemas.openxmlformats.org/officeDocument/2006/relationships" xmlns:a="http://schemas.openxmlformats.org/drawingml/2006/main" r:id="Rd6b41af0323a48e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5FE5766-DB33-4140-A378-B1F32C4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nav-6-next">
            <a:hlinkClick xmlns:r="http://schemas.openxmlformats.org/officeDocument/2006/relationships" xmlns:a="http://schemas.openxmlformats.org/drawingml/2006/main" r:id="Ree704c0896f343ac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45BA08E-6EFD-4B10-AE76-1499938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31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09FC12-3036-4BEF-BCE4-7ACA81A3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formulaire signale les champs manquants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291067-A6E9-4EED-8820-14FC7BCC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L’erreur indique quoi corriger avant de continuer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lide-count">
            <a:extLst xmlns:a="http://schemas.openxmlformats.org/drawingml/2006/main">
              <a:ext uri="{FF2B5EF4-FFF2-40B4-BE49-F238E27FC236}">
                <a16:creationId xmlns:a16="http://schemas.microsoft.com/office/drawing/2014/main" id="{61DC4D00-50C5-4851-8074-6F675D37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7/16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top-rule">
            <a:extLst xmlns:a="http://schemas.openxmlformats.org/drawingml/2006/main">
              <a:ext uri="{FF2B5EF4-FFF2-40B4-BE49-F238E27FC236}">
                <a16:creationId xmlns:a16="http://schemas.microsoft.com/office/drawing/2014/main" id="{1FC44561-8636-4AA9-A8FB-BDB8B0BA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50E236C8-2C0A-46BF-AF3A-72270DA9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browser-top">
            <a:extLst xmlns:a="http://schemas.openxmlformats.org/drawingml/2006/main">
              <a:ext uri="{FF2B5EF4-FFF2-40B4-BE49-F238E27FC236}">
                <a16:creationId xmlns:a16="http://schemas.microsoft.com/office/drawing/2014/main" id="{AE8C5975-316E-4E29-A125-2D5E937B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ab-accueil">
            <a:extLst xmlns:a="http://schemas.openxmlformats.org/drawingml/2006/main">
              <a:ext uri="{FF2B5EF4-FFF2-40B4-BE49-F238E27FC236}">
                <a16:creationId xmlns:a16="http://schemas.microsoft.com/office/drawing/2014/main" id="{27054022-CE77-4439-87F5-1A9A3E7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ab-offres">
            <a:extLst xmlns:a="http://schemas.openxmlformats.org/drawingml/2006/main">
              <a:ext uri="{FF2B5EF4-FFF2-40B4-BE49-F238E27FC236}">
                <a16:creationId xmlns:a16="http://schemas.microsoft.com/office/drawing/2014/main" id="{0F058F53-9CC4-43DF-80A0-CCA28B0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ab-djs">
            <a:extLst xmlns:a="http://schemas.openxmlformats.org/drawingml/2006/main">
              <a:ext uri="{FF2B5EF4-FFF2-40B4-BE49-F238E27FC236}">
                <a16:creationId xmlns:a16="http://schemas.microsoft.com/office/drawing/2014/main" id="{320B2462-DC67-4471-ADF0-B2F73240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263F18DD-DA8A-479B-8074-49164244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ab-profil">
            <a:extLst xmlns:a="http://schemas.openxmlformats.org/drawingml/2006/main">
              <a:ext uri="{FF2B5EF4-FFF2-40B4-BE49-F238E27FC236}">
                <a16:creationId xmlns:a16="http://schemas.microsoft.com/office/drawing/2014/main" id="{98B7F43F-3B1E-4F20-84AA-D459BFA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missing-place-label">
            <a:extLst xmlns:a="http://schemas.openxmlformats.org/drawingml/2006/main">
              <a:ext uri="{FF2B5EF4-FFF2-40B4-BE49-F238E27FC236}">
                <a16:creationId xmlns:a16="http://schemas.microsoft.com/office/drawing/2014/main" id="{F74B60AB-C342-484B-A9F6-9EE568E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143080"/>
            <a:ext cx="30477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Lieu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missing-place">
            <a:extLst xmlns:a="http://schemas.openxmlformats.org/drawingml/2006/main">
              <a:ext uri="{FF2B5EF4-FFF2-40B4-BE49-F238E27FC236}">
                <a16:creationId xmlns:a16="http://schemas.microsoft.com/office/drawing/2014/main" id="{8E15EC39-92C3-4553-9A8A-80E3C08E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371680"/>
            <a:ext cx="304776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missing-parking-label">
            <a:extLst xmlns:a="http://schemas.openxmlformats.org/drawingml/2006/main">
              <a:ext uri="{FF2B5EF4-FFF2-40B4-BE49-F238E27FC236}">
                <a16:creationId xmlns:a16="http://schemas.microsoft.com/office/drawing/2014/main" id="{B7457784-97B0-45F9-BB0D-D2DFD526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14308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Parking disponible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missing-parking">
            <a:extLst xmlns:a="http://schemas.openxmlformats.org/drawingml/2006/main">
              <a:ext uri="{FF2B5EF4-FFF2-40B4-BE49-F238E27FC236}">
                <a16:creationId xmlns:a16="http://schemas.microsoft.com/office/drawing/2014/main" id="{381B08B4-E89C-4273-BB4F-3FC66CD4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371680"/>
            <a:ext cx="247608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ok-date-label">
            <a:extLst xmlns:a="http://schemas.openxmlformats.org/drawingml/2006/main">
              <a:ext uri="{FF2B5EF4-FFF2-40B4-BE49-F238E27FC236}">
                <a16:creationId xmlns:a16="http://schemas.microsoft.com/office/drawing/2014/main" id="{04FB30C6-E8FE-4FA4-BEDA-84D09823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80" y="2143080"/>
            <a:ext cx="20952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Date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ok-date">
            <a:extLst xmlns:a="http://schemas.openxmlformats.org/drawingml/2006/main">
              <a:ext uri="{FF2B5EF4-FFF2-40B4-BE49-F238E27FC236}">
                <a16:creationId xmlns:a16="http://schemas.microsoft.com/office/drawing/2014/main" id="{EE60121D-CE86-4213-BD67-1158E203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80" y="2371680"/>
            <a:ext cx="209520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20/09/2026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error-message">
            <a:extLst xmlns:a="http://schemas.openxmlformats.org/drawingml/2006/main">
              <a:ext uri="{FF2B5EF4-FFF2-40B4-BE49-F238E27FC236}">
                <a16:creationId xmlns:a16="http://schemas.microsoft.com/office/drawing/2014/main" id="{66C16997-C711-477F-80C4-4820602D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238560"/>
            <a:ext cx="723852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Veuillez compléter le lieu et l’information de parking avant de générer le devis.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error-back-form">
            <a:hlinkClick xmlns:r="http://schemas.openxmlformats.org/officeDocument/2006/relationships" xmlns:a="http://schemas.openxmlformats.org/drawingml/2006/main" r:id="R97c6abea1d04470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BC20877-241A-4B58-B582-AD592E5F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905280"/>
            <a:ext cx="219024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Corriger le formulaire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nav-7-home">
            <a:hlinkClick xmlns:r="http://schemas.openxmlformats.org/officeDocument/2006/relationships" xmlns:a="http://schemas.openxmlformats.org/drawingml/2006/main" r:id="Rd413a4fe9262456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838CC4C1-E1B9-43FF-BC90-A018EE32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nav-7-prev">
            <a:hlinkClick xmlns:r="http://schemas.openxmlformats.org/officeDocument/2006/relationships" xmlns:a="http://schemas.openxmlformats.org/drawingml/2006/main" r:id="R71e375e1eacf4c5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B2837F7-9927-43DE-813C-C795D0E4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nav-7-next">
            <a:hlinkClick xmlns:r="http://schemas.openxmlformats.org/officeDocument/2006/relationships" xmlns:a="http://schemas.openxmlformats.org/drawingml/2006/main" r:id="R0f219db71e0a421f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D757EFB-9B15-4D71-867E-6E6B4B4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68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D58B09-EC01-4AFC-9F2D-2148EA82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devis informatif prépare la validation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ABDA97-303E-4E7E-B63E-D47718CB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client voit le montant, l’acompte et les conditions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slide-count">
            <a:extLst xmlns:a="http://schemas.openxmlformats.org/drawingml/2006/main">
              <a:ext uri="{FF2B5EF4-FFF2-40B4-BE49-F238E27FC236}">
                <a16:creationId xmlns:a16="http://schemas.microsoft.com/office/drawing/2014/main" id="{620F5BE5-282B-4A2E-BC19-B32032F6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8/16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top-rule">
            <a:extLst xmlns:a="http://schemas.openxmlformats.org/drawingml/2006/main">
              <a:ext uri="{FF2B5EF4-FFF2-40B4-BE49-F238E27FC236}">
                <a16:creationId xmlns:a16="http://schemas.microsoft.com/office/drawing/2014/main" id="{26998C79-72F6-4D25-BC99-E616669B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1C749ED2-5ACA-47C6-B24D-9559A05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browser-top">
            <a:extLst xmlns:a="http://schemas.openxmlformats.org/drawingml/2006/main">
              <a:ext uri="{FF2B5EF4-FFF2-40B4-BE49-F238E27FC236}">
                <a16:creationId xmlns:a16="http://schemas.microsoft.com/office/drawing/2014/main" id="{CF55F859-5F50-4810-8406-5EC0BC8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ab-accueil">
            <a:extLst xmlns:a="http://schemas.openxmlformats.org/drawingml/2006/main">
              <a:ext uri="{FF2B5EF4-FFF2-40B4-BE49-F238E27FC236}">
                <a16:creationId xmlns:a16="http://schemas.microsoft.com/office/drawing/2014/main" id="{D99E75A9-BB38-4A01-B635-058059B2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ab-offres">
            <a:extLst xmlns:a="http://schemas.openxmlformats.org/drawingml/2006/main">
              <a:ext uri="{FF2B5EF4-FFF2-40B4-BE49-F238E27FC236}">
                <a16:creationId xmlns:a16="http://schemas.microsoft.com/office/drawing/2014/main" id="{1B5B9BCF-7A79-45AC-80FF-E67CF82C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ab-djs">
            <a:extLst xmlns:a="http://schemas.openxmlformats.org/drawingml/2006/main">
              <a:ext uri="{FF2B5EF4-FFF2-40B4-BE49-F238E27FC236}">
                <a16:creationId xmlns:a16="http://schemas.microsoft.com/office/drawing/2014/main" id="{039DD764-8118-4CF4-A2B1-F08C2243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80ED63C3-3ECF-4011-BFED-08CB9C94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ab-profil">
            <a:extLst xmlns:a="http://schemas.openxmlformats.org/drawingml/2006/main">
              <a:ext uri="{FF2B5EF4-FFF2-40B4-BE49-F238E27FC236}">
                <a16:creationId xmlns:a16="http://schemas.microsoft.com/office/drawing/2014/main" id="{A5E9EAA1-BCCD-4E46-BC7A-5D30768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quote-number">
            <a:extLst xmlns:a="http://schemas.openxmlformats.org/drawingml/2006/main">
              <a:ext uri="{FF2B5EF4-FFF2-40B4-BE49-F238E27FC236}">
                <a16:creationId xmlns:a16="http://schemas.microsoft.com/office/drawing/2014/main" id="{7DCCAC34-DFC9-4712-9DD9-D495B23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1952640"/>
            <a:ext cx="34286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Devis n°DV-2026-0042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quote-row-260">
            <a:extLst xmlns:a="http://schemas.openxmlformats.org/drawingml/2006/main">
              <a:ext uri="{FF2B5EF4-FFF2-40B4-BE49-F238E27FC236}">
                <a16:creationId xmlns:a16="http://schemas.microsoft.com/office/drawing/2014/main" id="{78B6BB4E-FC1D-4E36-95E3-96333BE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476440"/>
            <a:ext cx="6190920" cy="3427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quote-left-260">
            <a:extLst xmlns:a="http://schemas.openxmlformats.org/drawingml/2006/main">
              <a:ext uri="{FF2B5EF4-FFF2-40B4-BE49-F238E27FC236}">
                <a16:creationId xmlns:a16="http://schemas.microsoft.com/office/drawing/2014/main" id="{3FFF12DB-73AC-4CAE-819F-50FD0713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552760"/>
            <a:ext cx="4000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Formule Premium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quote-right-260">
            <a:extLst xmlns:a="http://schemas.openxmlformats.org/drawingml/2006/main">
              <a:ext uri="{FF2B5EF4-FFF2-40B4-BE49-F238E27FC236}">
                <a16:creationId xmlns:a16="http://schemas.microsoft.com/office/drawing/2014/main" id="{4F251A6D-AF3B-426F-98CF-7374429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2760"/>
            <a:ext cx="1047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950 €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quote-row-298">
            <a:extLst xmlns:a="http://schemas.openxmlformats.org/drawingml/2006/main">
              <a:ext uri="{FF2B5EF4-FFF2-40B4-BE49-F238E27FC236}">
                <a16:creationId xmlns:a16="http://schemas.microsoft.com/office/drawing/2014/main" id="{4872FE5E-6FF6-4BA6-B0EA-2578B99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838600"/>
            <a:ext cx="6190920" cy="3427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quote-left-298">
            <a:extLst xmlns:a="http://schemas.openxmlformats.org/drawingml/2006/main">
              <a:ext uri="{FF2B5EF4-FFF2-40B4-BE49-F238E27FC236}">
                <a16:creationId xmlns:a16="http://schemas.microsoft.com/office/drawing/2014/main" id="{EB23E49D-3F29-47F0-8925-0877416C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914560"/>
            <a:ext cx="4000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Sonorisation +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quote-right-298">
            <a:extLst xmlns:a="http://schemas.openxmlformats.org/drawingml/2006/main">
              <a:ext uri="{FF2B5EF4-FFF2-40B4-BE49-F238E27FC236}">
                <a16:creationId xmlns:a16="http://schemas.microsoft.com/office/drawing/2014/main" id="{12330D8F-BCA6-446D-A76E-2CBB041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560"/>
            <a:ext cx="1047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120 €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quote-row-336">
            <a:extLst xmlns:a="http://schemas.openxmlformats.org/drawingml/2006/main">
              <a:ext uri="{FF2B5EF4-FFF2-40B4-BE49-F238E27FC236}">
                <a16:creationId xmlns:a16="http://schemas.microsoft.com/office/drawing/2014/main" id="{DAB0CE1C-97E0-41F4-9B93-4C9DE132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200400"/>
            <a:ext cx="6190920" cy="3427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quote-left-336">
            <a:extLst xmlns:a="http://schemas.openxmlformats.org/drawingml/2006/main">
              <a:ext uri="{FF2B5EF4-FFF2-40B4-BE49-F238E27FC236}">
                <a16:creationId xmlns:a16="http://schemas.microsoft.com/office/drawing/2014/main" id="{C92679D6-C425-4524-8CA1-C82D07F1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276720"/>
            <a:ext cx="4000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Éclairage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quote-right-336">
            <a:extLst xmlns:a="http://schemas.openxmlformats.org/drawingml/2006/main">
              <a:ext uri="{FF2B5EF4-FFF2-40B4-BE49-F238E27FC236}">
                <a16:creationId xmlns:a16="http://schemas.microsoft.com/office/drawing/2014/main" id="{947341B8-7238-4C76-9265-D6DDEFB2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720"/>
            <a:ext cx="1047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90 €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quote-row-374">
            <a:extLst xmlns:a="http://schemas.openxmlformats.org/drawingml/2006/main">
              <a:ext uri="{FF2B5EF4-FFF2-40B4-BE49-F238E27FC236}">
                <a16:creationId xmlns:a16="http://schemas.microsoft.com/office/drawing/2014/main" id="{3BAD160A-7367-4EAB-B350-98FAE50F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562200"/>
            <a:ext cx="6190920" cy="3427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quote-left-374">
            <a:extLst xmlns:a="http://schemas.openxmlformats.org/drawingml/2006/main">
              <a:ext uri="{FF2B5EF4-FFF2-40B4-BE49-F238E27FC236}">
                <a16:creationId xmlns:a16="http://schemas.microsoft.com/office/drawing/2014/main" id="{A080EF44-E859-4DDD-B3C3-2E468117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638520"/>
            <a:ext cx="4000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Déplacement estimé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quote-right-374">
            <a:extLst xmlns:a="http://schemas.openxmlformats.org/drawingml/2006/main">
              <a:ext uri="{FF2B5EF4-FFF2-40B4-BE49-F238E27FC236}">
                <a16:creationId xmlns:a16="http://schemas.microsoft.com/office/drawing/2014/main" id="{D6A03846-C435-4F7A-973C-5F80E80D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20"/>
            <a:ext cx="1047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45 €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quote-row-412">
            <a:extLst xmlns:a="http://schemas.openxmlformats.org/drawingml/2006/main">
              <a:ext uri="{FF2B5EF4-FFF2-40B4-BE49-F238E27FC236}">
                <a16:creationId xmlns:a16="http://schemas.microsoft.com/office/drawing/2014/main" id="{913234C8-C689-44B7-9A89-41E568C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924360"/>
            <a:ext cx="6190920" cy="3427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quote-left-412">
            <a:extLst xmlns:a="http://schemas.openxmlformats.org/drawingml/2006/main">
              <a:ext uri="{FF2B5EF4-FFF2-40B4-BE49-F238E27FC236}">
                <a16:creationId xmlns:a16="http://schemas.microsoft.com/office/drawing/2014/main" id="{D0928F8B-EDEA-45D4-AB36-8BD2CD4E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000680"/>
            <a:ext cx="4000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Total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quote-right-412">
            <a:extLst xmlns:a="http://schemas.openxmlformats.org/drawingml/2006/main">
              <a:ext uri="{FF2B5EF4-FFF2-40B4-BE49-F238E27FC236}">
                <a16:creationId xmlns:a16="http://schemas.microsoft.com/office/drawing/2014/main" id="{AC5B59D2-37E0-4B1C-9CF3-2436FD32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680"/>
            <a:ext cx="1047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1 205 €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quote-row-450">
            <a:extLst xmlns:a="http://schemas.openxmlformats.org/drawingml/2006/main">
              <a:ext uri="{FF2B5EF4-FFF2-40B4-BE49-F238E27FC236}">
                <a16:creationId xmlns:a16="http://schemas.microsoft.com/office/drawing/2014/main" id="{F64FC59D-B68A-4260-8205-EFEB42E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4286160"/>
            <a:ext cx="6190920" cy="3427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quote-left-450">
            <a:extLst xmlns:a="http://schemas.openxmlformats.org/drawingml/2006/main">
              <a:ext uri="{FF2B5EF4-FFF2-40B4-BE49-F238E27FC236}">
                <a16:creationId xmlns:a16="http://schemas.microsoft.com/office/drawing/2014/main" id="{FA7D5472-275C-4CE2-ACCF-02FDEBA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362480"/>
            <a:ext cx="4000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Acompte proposé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quote-right-450">
            <a:extLst xmlns:a="http://schemas.openxmlformats.org/drawingml/2006/main">
              <a:ext uri="{FF2B5EF4-FFF2-40B4-BE49-F238E27FC236}">
                <a16:creationId xmlns:a16="http://schemas.microsoft.com/office/drawing/2014/main" id="{E38A6E29-F5FB-495A-A232-9CAB3A66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80"/>
            <a:ext cx="1047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300 €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quote-note">
            <a:extLst xmlns:a="http://schemas.openxmlformats.org/drawingml/2006/main">
              <a:ext uri="{FF2B5EF4-FFF2-40B4-BE49-F238E27FC236}">
                <a16:creationId xmlns:a16="http://schemas.microsoft.com/office/drawing/2014/main" id="{889D8BB4-9E45-4C49-B9FF-483CE7D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4905360"/>
            <a:ext cx="66672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Un mariage nécessite un rendez-vous préparatoire avant contrat définitif.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quote-to-rdv">
            <a:hlinkClick xmlns:r="http://schemas.openxmlformats.org/officeDocument/2006/relationships" xmlns:a="http://schemas.openxmlformats.org/drawingml/2006/main" r:id="R83a080a6f96e4de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AD55B36-C936-4D60-BE9E-5D31C8AE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4819680"/>
            <a:ext cx="247608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Planifier le rendez-vous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nav-8-home">
            <a:hlinkClick xmlns:r="http://schemas.openxmlformats.org/officeDocument/2006/relationships" xmlns:a="http://schemas.openxmlformats.org/drawingml/2006/main" r:id="R82ebeabe9d1c46f5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E34C96C-2968-4D42-A67A-CF26EB6E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nav-8-prev">
            <a:hlinkClick xmlns:r="http://schemas.openxmlformats.org/officeDocument/2006/relationships" xmlns:a="http://schemas.openxmlformats.org/drawingml/2006/main" r:id="R6c64a52fcdb0430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8892FB5C-D1EA-47E6-96B4-1FD8BCE6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nav-8-next">
            <a:hlinkClick xmlns:r="http://schemas.openxmlformats.org/officeDocument/2006/relationships" xmlns:a="http://schemas.openxmlformats.org/drawingml/2006/main" r:id="R1ce02f1fde3642c9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3B1BE10-E6BB-4171-9AB6-2DE566CF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0075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B0D25F-65D3-4399-B0CE-9FA79A0A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rendez-vous préparatoire rassure le client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560F47-83DD-41CB-A232-987B68B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Il est prévu pour les gros contrats comme mariage ou entreprise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slide-count">
            <a:extLst xmlns:a="http://schemas.openxmlformats.org/drawingml/2006/main">
              <a:ext uri="{FF2B5EF4-FFF2-40B4-BE49-F238E27FC236}">
                <a16:creationId xmlns:a16="http://schemas.microsoft.com/office/drawing/2014/main" id="{78939560-8DCD-4DE4-9EAA-FA4AAECA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9/16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op-rule">
            <a:extLst xmlns:a="http://schemas.openxmlformats.org/drawingml/2006/main">
              <a:ext uri="{FF2B5EF4-FFF2-40B4-BE49-F238E27FC236}">
                <a16:creationId xmlns:a16="http://schemas.microsoft.com/office/drawing/2014/main" id="{0E82BA36-B294-4552-8D9E-5997D5D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9C35A2B5-CF91-43EE-A7BC-4EAAB483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browser-top">
            <a:extLst xmlns:a="http://schemas.openxmlformats.org/drawingml/2006/main">
              <a:ext uri="{FF2B5EF4-FFF2-40B4-BE49-F238E27FC236}">
                <a16:creationId xmlns:a16="http://schemas.microsoft.com/office/drawing/2014/main" id="{F70E3325-AA42-4174-9DB5-277EF32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tab-accueil">
            <a:extLst xmlns:a="http://schemas.openxmlformats.org/drawingml/2006/main">
              <a:ext uri="{FF2B5EF4-FFF2-40B4-BE49-F238E27FC236}">
                <a16:creationId xmlns:a16="http://schemas.microsoft.com/office/drawing/2014/main" id="{53622245-B2F8-4D73-8628-EBBED92B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ab-offres">
            <a:extLst xmlns:a="http://schemas.openxmlformats.org/drawingml/2006/main">
              <a:ext uri="{FF2B5EF4-FFF2-40B4-BE49-F238E27FC236}">
                <a16:creationId xmlns:a16="http://schemas.microsoft.com/office/drawing/2014/main" id="{3B678AF2-9EF9-4DBB-8FF9-1304E22B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tab-djs">
            <a:extLst xmlns:a="http://schemas.openxmlformats.org/drawingml/2006/main">
              <a:ext uri="{FF2B5EF4-FFF2-40B4-BE49-F238E27FC236}">
                <a16:creationId xmlns:a16="http://schemas.microsoft.com/office/drawing/2014/main" id="{96EE5CD5-F2F4-409C-B8E5-ED25914F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F2F698C2-4669-45C6-9372-242E2E7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ab-profil">
            <a:extLst xmlns:a="http://schemas.openxmlformats.org/drawingml/2006/main">
              <a:ext uri="{FF2B5EF4-FFF2-40B4-BE49-F238E27FC236}">
                <a16:creationId xmlns:a16="http://schemas.microsoft.com/office/drawing/2014/main" id="{53AA4CD8-C414-41A5-A6E1-6538344C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rdv-online">
            <a:extLst xmlns:a="http://schemas.openxmlformats.org/drawingml/2006/main">
              <a:ext uri="{FF2B5EF4-FFF2-40B4-BE49-F238E27FC236}">
                <a16:creationId xmlns:a16="http://schemas.microsoft.com/office/drawing/2014/main" id="{6453A512-752B-4978-B10C-31123ABC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238480"/>
            <a:ext cx="3047760" cy="17143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rdv-online-accent">
            <a:extLst xmlns:a="http://schemas.openxmlformats.org/drawingml/2006/main">
              <a:ext uri="{FF2B5EF4-FFF2-40B4-BE49-F238E27FC236}">
                <a16:creationId xmlns:a16="http://schemas.microsoft.com/office/drawing/2014/main" id="{CEE23E55-5181-44DA-B212-8F88C74C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238480"/>
            <a:ext cx="75960" cy="171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FEA"/>
          </a:solidFill>
          <a:ln xmlns:a="http://schemas.openxmlformats.org/drawingml/2006/main" w="0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rdv-online-title">
            <a:extLst xmlns:a="http://schemas.openxmlformats.org/drawingml/2006/main">
              <a:ext uri="{FF2B5EF4-FFF2-40B4-BE49-F238E27FC236}">
                <a16:creationId xmlns:a16="http://schemas.microsoft.com/office/drawing/2014/main" id="{858CF565-ABEC-4F73-B1A0-60997A70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80" y="2390760"/>
            <a:ext cx="27046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En ligne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rdv-online-body">
            <a:extLst xmlns:a="http://schemas.openxmlformats.org/drawingml/2006/main">
              <a:ext uri="{FF2B5EF4-FFF2-40B4-BE49-F238E27FC236}">
                <a16:creationId xmlns:a16="http://schemas.microsoft.com/office/drawing/2014/main" id="{3E440E16-59E2-47AC-9E23-252CC82A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80" y="2733840"/>
            <a:ext cx="2704680" cy="110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Mercredi 02/09/2026 à 18h30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Visio avec le DJ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rdv-onsite">
            <a:extLst xmlns:a="http://schemas.openxmlformats.org/drawingml/2006/main">
              <a:ext uri="{FF2B5EF4-FFF2-40B4-BE49-F238E27FC236}">
                <a16:creationId xmlns:a16="http://schemas.microsoft.com/office/drawing/2014/main" id="{E0184552-F62E-4ACB-9F53-671491A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480"/>
            <a:ext cx="3047760" cy="17143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rdv-onsite-accent">
            <a:extLst xmlns:a="http://schemas.openxmlformats.org/drawingml/2006/main">
              <a:ext uri="{FF2B5EF4-FFF2-40B4-BE49-F238E27FC236}">
                <a16:creationId xmlns:a16="http://schemas.microsoft.com/office/drawing/2014/main" id="{E8CEE9BD-47E2-47D0-ABBA-8D325D15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480"/>
            <a:ext cx="75960" cy="171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D8B"/>
          </a:solidFill>
          <a:ln xmlns:a="http://schemas.openxmlformats.org/drawingml/2006/main" w="0">
            <a:solidFill>
              <a:srgbClr val="FF2D8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rdv-onsite-title">
            <a:extLst xmlns:a="http://schemas.openxmlformats.org/drawingml/2006/main">
              <a:ext uri="{FF2B5EF4-FFF2-40B4-BE49-F238E27FC236}">
                <a16:creationId xmlns:a16="http://schemas.microsoft.com/office/drawing/2014/main" id="{5E51A231-5174-4F89-8F7E-E972D04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20" y="2390760"/>
            <a:ext cx="27046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Présentiel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rdv-onsite-body">
            <a:extLst xmlns:a="http://schemas.openxmlformats.org/drawingml/2006/main">
              <a:ext uri="{FF2B5EF4-FFF2-40B4-BE49-F238E27FC236}">
                <a16:creationId xmlns:a16="http://schemas.microsoft.com/office/drawing/2014/main" id="{B2E34955-AA6F-4071-9BE6-7F0C05D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20" y="2733840"/>
            <a:ext cx="2704680" cy="110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Samedi 05/09/2026 à 11h00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Rendez-vous au bureau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rdv-explain">
            <a:extLst xmlns:a="http://schemas.openxmlformats.org/drawingml/2006/main">
              <a:ext uri="{FF2B5EF4-FFF2-40B4-BE49-F238E27FC236}">
                <a16:creationId xmlns:a16="http://schemas.microsoft.com/office/drawing/2014/main" id="{A0C0D1A8-9955-4A21-9AE7-420411A8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0" y="2381400"/>
            <a:ext cx="238104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Après le rendez-vous, l’administrateur encode un contrat personnalisé dans l’application.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rdv-confirm">
            <a:hlinkClick xmlns:r="http://schemas.openxmlformats.org/officeDocument/2006/relationships" xmlns:a="http://schemas.openxmlformats.org/drawingml/2006/main" r:id="R5382438071484a8d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B581576-8358-4250-9920-BDB8962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334040"/>
            <a:ext cx="247608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Confirmer le rendez-vous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nav-9-home">
            <a:hlinkClick xmlns:r="http://schemas.openxmlformats.org/officeDocument/2006/relationships" xmlns:a="http://schemas.openxmlformats.org/drawingml/2006/main" r:id="R677500c36e9e4a69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678FFD7-D96A-4B33-9934-7D429423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nav-9-prev">
            <a:hlinkClick xmlns:r="http://schemas.openxmlformats.org/officeDocument/2006/relationships" xmlns:a="http://schemas.openxmlformats.org/drawingml/2006/main" r:id="Rd95d9afd1cd14949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97FEC10-F036-47A8-B3A2-F083C9B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nav-9-next">
            <a:hlinkClick xmlns:r="http://schemas.openxmlformats.org/officeDocument/2006/relationships" xmlns:a="http://schemas.openxmlformats.org/drawingml/2006/main" r:id="R7891b129f18e499b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AF17F7F-F9F8-47E7-BF07-E236642A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3887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4CC893-73F8-4807-A3C0-8D2AA501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contrat personnalisé formalise la prestation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F26362-D284-4558-83BC-3F0F545B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client valide les conditions avant le paiement de l’acompte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slide-count">
            <a:extLst xmlns:a="http://schemas.openxmlformats.org/drawingml/2006/main">
              <a:ext uri="{FF2B5EF4-FFF2-40B4-BE49-F238E27FC236}">
                <a16:creationId xmlns:a16="http://schemas.microsoft.com/office/drawing/2014/main" id="{BBA6B576-2F14-4FC1-A51E-DC6D4B2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10/16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top-rule">
            <a:extLst xmlns:a="http://schemas.openxmlformats.org/drawingml/2006/main">
              <a:ext uri="{FF2B5EF4-FFF2-40B4-BE49-F238E27FC236}">
                <a16:creationId xmlns:a16="http://schemas.microsoft.com/office/drawing/2014/main" id="{7F8E9381-0A28-4156-991B-BC892F9E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804AEF96-C5D9-4897-B447-9D5EA1EE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browser-top">
            <a:extLst xmlns:a="http://schemas.openxmlformats.org/drawingml/2006/main">
              <a:ext uri="{FF2B5EF4-FFF2-40B4-BE49-F238E27FC236}">
                <a16:creationId xmlns:a16="http://schemas.microsoft.com/office/drawing/2014/main" id="{191C4BCA-CB31-410C-AE2C-BE5FE6EF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ab-accueil">
            <a:extLst xmlns:a="http://schemas.openxmlformats.org/drawingml/2006/main">
              <a:ext uri="{FF2B5EF4-FFF2-40B4-BE49-F238E27FC236}">
                <a16:creationId xmlns:a16="http://schemas.microsoft.com/office/drawing/2014/main" id="{2A557A42-6600-49D7-97AD-3E4BEA2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tab-offres">
            <a:extLst xmlns:a="http://schemas.openxmlformats.org/drawingml/2006/main">
              <a:ext uri="{FF2B5EF4-FFF2-40B4-BE49-F238E27FC236}">
                <a16:creationId xmlns:a16="http://schemas.microsoft.com/office/drawing/2014/main" id="{DC06695E-1313-4BFC-AF42-99041FF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tab-djs">
            <a:extLst xmlns:a="http://schemas.openxmlformats.org/drawingml/2006/main">
              <a:ext uri="{FF2B5EF4-FFF2-40B4-BE49-F238E27FC236}">
                <a16:creationId xmlns:a16="http://schemas.microsoft.com/office/drawing/2014/main" id="{9B0C02F4-2ABD-4B86-8E9B-DB6F4EA4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BC42E384-2C77-4347-8B3D-6DC97010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ab-profil">
            <a:extLst xmlns:a="http://schemas.openxmlformats.org/drawingml/2006/main">
              <a:ext uri="{FF2B5EF4-FFF2-40B4-BE49-F238E27FC236}">
                <a16:creationId xmlns:a16="http://schemas.microsoft.com/office/drawing/2014/main" id="{1CE2C7F2-5937-4CD2-9E99-56F47CD6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F631C9C1-F3D0-48E6-B3E3-3EAEB8FD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1952640"/>
            <a:ext cx="342864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Contrat CT-2026-0042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check-265">
            <a:extLst xmlns:a="http://schemas.openxmlformats.org/drawingml/2006/main">
              <a:ext uri="{FF2B5EF4-FFF2-40B4-BE49-F238E27FC236}">
                <a16:creationId xmlns:a16="http://schemas.microsoft.com/office/drawing/2014/main" id="{0B08E8EE-FD8D-4C4F-8759-57CBCF5D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523960"/>
            <a:ext cx="533376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Lieu et horaire confirmés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check-295">
            <a:extLst xmlns:a="http://schemas.openxmlformats.org/drawingml/2006/main">
              <a:ext uri="{FF2B5EF4-FFF2-40B4-BE49-F238E27FC236}">
                <a16:creationId xmlns:a16="http://schemas.microsoft.com/office/drawing/2014/main" id="{52707955-E7DD-4B34-939E-6F280D2E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809800"/>
            <a:ext cx="533376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Modalités d’annulation précisées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check-325">
            <a:extLst xmlns:a="http://schemas.openxmlformats.org/drawingml/2006/main">
              <a:ext uri="{FF2B5EF4-FFF2-40B4-BE49-F238E27FC236}">
                <a16:creationId xmlns:a16="http://schemas.microsoft.com/office/drawing/2014/main" id="{81B22919-DDE0-4135-A331-77E94730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095640"/>
            <a:ext cx="533376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Acompte de 300 € requis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check-355">
            <a:extLst xmlns:a="http://schemas.openxmlformats.org/drawingml/2006/main">
              <a:ext uri="{FF2B5EF4-FFF2-40B4-BE49-F238E27FC236}">
                <a16:creationId xmlns:a16="http://schemas.microsoft.com/office/drawing/2014/main" id="{4D872FE8-1728-403C-AC46-D50A831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381480"/>
            <a:ext cx="533376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Remboursement selon délai d’annulation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check-385">
            <a:extLst xmlns:a="http://schemas.openxmlformats.org/drawingml/2006/main">
              <a:ext uri="{FF2B5EF4-FFF2-40B4-BE49-F238E27FC236}">
                <a16:creationId xmlns:a16="http://schemas.microsoft.com/office/drawing/2014/main" id="{97E36A42-0572-48ED-9DB1-10D03C94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666960"/>
            <a:ext cx="533376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✓ Créneau bloqué après paiement accepté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contract-accept">
            <a:hlinkClick xmlns:r="http://schemas.openxmlformats.org/officeDocument/2006/relationships" xmlns:a="http://schemas.openxmlformats.org/drawingml/2006/main" r:id="R994277426a11454a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321C5D7-4FEB-45B0-B6C0-7BA8B124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600" y="2876400"/>
            <a:ext cx="199980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Valider le contrat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nav-10-home">
            <a:hlinkClick xmlns:r="http://schemas.openxmlformats.org/officeDocument/2006/relationships" xmlns:a="http://schemas.openxmlformats.org/drawingml/2006/main" r:id="R970bf821a8e1415c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36858FD-2C4D-4776-BD67-278E5639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nav-10-prev">
            <a:hlinkClick xmlns:r="http://schemas.openxmlformats.org/officeDocument/2006/relationships" xmlns:a="http://schemas.openxmlformats.org/drawingml/2006/main" r:id="Rcce05fc27bea40fd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A62A05C-7A90-45BB-9649-6178136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nav-10-next">
            <a:hlinkClick xmlns:r="http://schemas.openxmlformats.org/officeDocument/2006/relationships" xmlns:a="http://schemas.openxmlformats.org/drawingml/2006/main" r:id="R01740294a3f14ac0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7DB408E-760D-409D-A073-C311EEC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2714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26B2D-AA97-4254-B6D4-A7069C12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paiement de l’acompte bloque le créneau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C42C8F-48FE-4E00-B626-25A61A1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système de paiement est Stripe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slide-count">
            <a:extLst xmlns:a="http://schemas.openxmlformats.org/drawingml/2006/main">
              <a:ext uri="{FF2B5EF4-FFF2-40B4-BE49-F238E27FC236}">
                <a16:creationId xmlns:a16="http://schemas.microsoft.com/office/drawing/2014/main" id="{81423C90-84FA-41AB-9C46-827EEA05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11/16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top-rule">
            <a:extLst xmlns:a="http://schemas.openxmlformats.org/drawingml/2006/main">
              <a:ext uri="{FF2B5EF4-FFF2-40B4-BE49-F238E27FC236}">
                <a16:creationId xmlns:a16="http://schemas.microsoft.com/office/drawing/2014/main" id="{0A9C0F2A-2C1C-4C43-9F19-58DB4954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33A73276-53B0-4C01-99E1-C0F5DC3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browser-top">
            <a:extLst xmlns:a="http://schemas.openxmlformats.org/drawingml/2006/main">
              <a:ext uri="{FF2B5EF4-FFF2-40B4-BE49-F238E27FC236}">
                <a16:creationId xmlns:a16="http://schemas.microsoft.com/office/drawing/2014/main" id="{C26990D1-96AB-4770-A0E5-60915D26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tab-accueil">
            <a:extLst xmlns:a="http://schemas.openxmlformats.org/drawingml/2006/main">
              <a:ext uri="{FF2B5EF4-FFF2-40B4-BE49-F238E27FC236}">
                <a16:creationId xmlns:a16="http://schemas.microsoft.com/office/drawing/2014/main" id="{EC2BAF6D-24C7-4D93-A41E-C01DF3C6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tab-offres">
            <a:extLst xmlns:a="http://schemas.openxmlformats.org/drawingml/2006/main">
              <a:ext uri="{FF2B5EF4-FFF2-40B4-BE49-F238E27FC236}">
                <a16:creationId xmlns:a16="http://schemas.microsoft.com/office/drawing/2014/main" id="{6D48E858-5C9E-4A2A-85FB-420E1044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tab-djs">
            <a:extLst xmlns:a="http://schemas.openxmlformats.org/drawingml/2006/main">
              <a:ext uri="{FF2B5EF4-FFF2-40B4-BE49-F238E27FC236}">
                <a16:creationId xmlns:a16="http://schemas.microsoft.com/office/drawing/2014/main" id="{4CDF05F4-016E-43DE-A2BF-471415E4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C340C1F3-824E-4DF5-AAE4-D66848E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tab-profil">
            <a:extLst xmlns:a="http://schemas.openxmlformats.org/drawingml/2006/main">
              <a:ext uri="{FF2B5EF4-FFF2-40B4-BE49-F238E27FC236}">
                <a16:creationId xmlns:a16="http://schemas.microsoft.com/office/drawing/2014/main" id="{CCCE296B-ACEB-477E-B73C-D0DAFE7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stripe-box">
            <a:extLst xmlns:a="http://schemas.openxmlformats.org/drawingml/2006/main">
              <a:ext uri="{FF2B5EF4-FFF2-40B4-BE49-F238E27FC236}">
                <a16:creationId xmlns:a16="http://schemas.microsoft.com/office/drawing/2014/main" id="{E78AA57E-DB24-45F0-A780-C50A59B6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520" y="2095560"/>
            <a:ext cx="4952520" cy="280944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stripe-title">
            <a:extLst xmlns:a="http://schemas.openxmlformats.org/drawingml/2006/main">
              <a:ext uri="{FF2B5EF4-FFF2-40B4-BE49-F238E27FC236}">
                <a16:creationId xmlns:a16="http://schemas.microsoft.com/office/drawing/2014/main" id="{05292D90-64AC-4412-B545-D25BC59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2381400"/>
            <a:ext cx="304776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5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Paiement sécurisé</a:t>
            </a:r>
            <a:endParaRPr sz="19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card-number-label">
            <a:extLst xmlns:a="http://schemas.openxmlformats.org/drawingml/2006/main">
              <a:ext uri="{FF2B5EF4-FFF2-40B4-BE49-F238E27FC236}">
                <a16:creationId xmlns:a16="http://schemas.microsoft.com/office/drawing/2014/main" id="{9C3968B3-EF28-49D1-9088-3727AFE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2952720"/>
            <a:ext cx="3333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Carte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card-number">
            <a:extLst xmlns:a="http://schemas.openxmlformats.org/drawingml/2006/main">
              <a:ext uri="{FF2B5EF4-FFF2-40B4-BE49-F238E27FC236}">
                <a16:creationId xmlns:a16="http://schemas.microsoft.com/office/drawing/2014/main" id="{675FBC6F-0876-462B-AF71-374E606B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3181320"/>
            <a:ext cx="333324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4242 4242 4242 4242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card-date-label">
            <a:extLst xmlns:a="http://schemas.openxmlformats.org/drawingml/2006/main">
              <a:ext uri="{FF2B5EF4-FFF2-40B4-BE49-F238E27FC236}">
                <a16:creationId xmlns:a16="http://schemas.microsoft.com/office/drawing/2014/main" id="{CAE60E4E-806E-44D0-B4EF-653BDC8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3857760"/>
            <a:ext cx="14284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Expiration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card-date">
            <a:extLst xmlns:a="http://schemas.openxmlformats.org/drawingml/2006/main">
              <a:ext uri="{FF2B5EF4-FFF2-40B4-BE49-F238E27FC236}">
                <a16:creationId xmlns:a16="http://schemas.microsoft.com/office/drawing/2014/main" id="{15F2F2A8-B988-4EB0-9887-530AAC16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4086360"/>
            <a:ext cx="142848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12/28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card-cvc-label">
            <a:extLst xmlns:a="http://schemas.openxmlformats.org/drawingml/2006/main">
              <a:ext uri="{FF2B5EF4-FFF2-40B4-BE49-F238E27FC236}">
                <a16:creationId xmlns:a16="http://schemas.microsoft.com/office/drawing/2014/main" id="{99F9365F-1995-4FD5-83D3-6FCBD8FA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0" y="3857760"/>
            <a:ext cx="1142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CVC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card-cvc">
            <a:extLst xmlns:a="http://schemas.openxmlformats.org/drawingml/2006/main">
              <a:ext uri="{FF2B5EF4-FFF2-40B4-BE49-F238E27FC236}">
                <a16:creationId xmlns:a16="http://schemas.microsoft.com/office/drawing/2014/main" id="{4FECAA14-21C3-4110-A45F-FABB4671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0" y="4086360"/>
            <a:ext cx="114264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123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amount">
            <a:extLst xmlns:a="http://schemas.openxmlformats.org/drawingml/2006/main">
              <a:ext uri="{FF2B5EF4-FFF2-40B4-BE49-F238E27FC236}">
                <a16:creationId xmlns:a16="http://schemas.microsoft.com/office/drawing/2014/main" id="{1E010243-2B82-4D77-B2E9-E0F07143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920" y="3857760"/>
            <a:ext cx="114264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Montant : 300 €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pay-ok">
            <a:hlinkClick xmlns:r="http://schemas.openxmlformats.org/officeDocument/2006/relationships" xmlns:a="http://schemas.openxmlformats.org/drawingml/2006/main" r:id="Rdf3505134a014ce9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9725212-5CF9-4D1A-AB14-6A5C5A0C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4457880"/>
            <a:ext cx="199980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Payer l’acompte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pay-cancel">
            <a:hlinkClick xmlns:r="http://schemas.openxmlformats.org/officeDocument/2006/relationships" xmlns:a="http://schemas.openxmlformats.org/drawingml/2006/main" r:id="Ref76beec773d473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3F18491-026D-47E2-A4FC-AFD3D03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960" y="4457880"/>
            <a:ext cx="114264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Annuler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nav-11-home">
            <a:hlinkClick xmlns:r="http://schemas.openxmlformats.org/officeDocument/2006/relationships" xmlns:a="http://schemas.openxmlformats.org/drawingml/2006/main" r:id="R45b8e28b113d4ceb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3F1F323-5FB0-432E-B524-D650559F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nav-11-prev">
            <a:hlinkClick xmlns:r="http://schemas.openxmlformats.org/officeDocument/2006/relationships" xmlns:a="http://schemas.openxmlformats.org/drawingml/2006/main" r:id="Ra5bbbfc174854cdf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4A0C2B9-AD8C-42E9-91FB-CB5EABC4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nav-11-next">
            <a:hlinkClick xmlns:r="http://schemas.openxmlformats.org/officeDocument/2006/relationships" xmlns:a="http://schemas.openxmlformats.org/drawingml/2006/main" r:id="Re8d9cd12fb6f412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A43F8B2-EB90-42A5-BE10-07668947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70148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B2B4DC-BE82-4084-854F-6ABCA1C6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La réservation confirmée verrouille la disponibilité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EF0905-D061-4764-8EC8-8B9757FF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client reçoit une confirmation et peut suivre l’événement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slide-count">
            <a:extLst xmlns:a="http://schemas.openxmlformats.org/drawingml/2006/main">
              <a:ext uri="{FF2B5EF4-FFF2-40B4-BE49-F238E27FC236}">
                <a16:creationId xmlns:a16="http://schemas.microsoft.com/office/drawing/2014/main" id="{AB393C94-554D-44D9-A899-E1A21474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12/16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top-rule">
            <a:extLst xmlns:a="http://schemas.openxmlformats.org/drawingml/2006/main">
              <a:ext uri="{FF2B5EF4-FFF2-40B4-BE49-F238E27FC236}">
                <a16:creationId xmlns:a16="http://schemas.microsoft.com/office/drawing/2014/main" id="{540E06B2-82C1-4B28-8655-65DB6ACA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E4CCDB99-DB62-4F38-B252-8696DF1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browser-top">
            <a:extLst xmlns:a="http://schemas.openxmlformats.org/drawingml/2006/main">
              <a:ext uri="{FF2B5EF4-FFF2-40B4-BE49-F238E27FC236}">
                <a16:creationId xmlns:a16="http://schemas.microsoft.com/office/drawing/2014/main" id="{E8DC60A1-6C1D-48B6-832B-BD731DD1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tab-accueil">
            <a:extLst xmlns:a="http://schemas.openxmlformats.org/drawingml/2006/main">
              <a:ext uri="{FF2B5EF4-FFF2-40B4-BE49-F238E27FC236}">
                <a16:creationId xmlns:a16="http://schemas.microsoft.com/office/drawing/2014/main" id="{83A3812B-6F0B-4C3E-8FD7-5820A033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tab-offres">
            <a:extLst xmlns:a="http://schemas.openxmlformats.org/drawingml/2006/main">
              <a:ext uri="{FF2B5EF4-FFF2-40B4-BE49-F238E27FC236}">
                <a16:creationId xmlns:a16="http://schemas.microsoft.com/office/drawing/2014/main" id="{A4B32DF8-6F15-4F41-8A7B-7C725AF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tab-djs">
            <a:extLst xmlns:a="http://schemas.openxmlformats.org/drawingml/2006/main">
              <a:ext uri="{FF2B5EF4-FFF2-40B4-BE49-F238E27FC236}">
                <a16:creationId xmlns:a16="http://schemas.microsoft.com/office/drawing/2014/main" id="{8C6F6E77-7DEA-4AD7-90B4-33BFE41C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39F0FD33-DBA5-4505-AD7C-5BDBEDFF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tab-profil">
            <a:extLst xmlns:a="http://schemas.openxmlformats.org/drawingml/2006/main">
              <a:ext uri="{FF2B5EF4-FFF2-40B4-BE49-F238E27FC236}">
                <a16:creationId xmlns:a16="http://schemas.microsoft.com/office/drawing/2014/main" id="{853489E5-A9A9-442F-B547-7A9A4C7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success-icon">
            <a:extLst xmlns:a="http://schemas.openxmlformats.org/drawingml/2006/main">
              <a:ext uri="{FF2B5EF4-FFF2-40B4-BE49-F238E27FC236}">
                <a16:creationId xmlns:a16="http://schemas.microsoft.com/office/drawing/2014/main" id="{BB3A9DD1-6A0A-418A-9EA3-FBC2DA04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40" y="2143080"/>
            <a:ext cx="761760" cy="76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4950" b="1" u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✓</a:t>
            </a:r>
            <a:endParaRPr sz="49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success-title">
            <a:extLst xmlns:a="http://schemas.openxmlformats.org/drawingml/2006/main">
              <a:ext uri="{FF2B5EF4-FFF2-40B4-BE49-F238E27FC236}">
                <a16:creationId xmlns:a16="http://schemas.microsoft.com/office/drawing/2014/main" id="{FC1F9DA9-5E54-4E80-B924-9B84B57A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400" y="2266920"/>
            <a:ext cx="49525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5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Réservation confirmée</a:t>
            </a:r>
            <a:endParaRPr sz="22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success-copy">
            <a:extLst xmlns:a="http://schemas.openxmlformats.org/drawingml/2006/main">
              <a:ext uri="{FF2B5EF4-FFF2-40B4-BE49-F238E27FC236}">
                <a16:creationId xmlns:a16="http://schemas.microsoft.com/office/drawing/2014/main" id="{142B7F16-E4AD-4AB6-ADCA-3BDDA804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400" y="2781360"/>
            <a:ext cx="590508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Le créneau du 20/09/2026 est bloqué. Il n’apparaît plus dans les disponibilités proposées aux autres clients.</a:t>
            </a:r>
            <a:endParaRPr sz="14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success-to-follow">
            <a:hlinkClick xmlns:r="http://schemas.openxmlformats.org/officeDocument/2006/relationships" xmlns:a="http://schemas.openxmlformats.org/drawingml/2006/main" r:id="R12adbcd754ff42a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F9AAA97-A855-4A4B-B388-66285A71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400" y="3857760"/>
            <a:ext cx="219024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Suivre l’événement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nav-12-home">
            <a:hlinkClick xmlns:r="http://schemas.openxmlformats.org/officeDocument/2006/relationships" xmlns:a="http://schemas.openxmlformats.org/drawingml/2006/main" r:id="R4342f1fa6b624b1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58E074A-A170-4CD3-AAC9-E2A98862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nav-12-prev">
            <a:hlinkClick xmlns:r="http://schemas.openxmlformats.org/officeDocument/2006/relationships" xmlns:a="http://schemas.openxmlformats.org/drawingml/2006/main" r:id="R28ff29266590488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F36F219-07EC-44F5-82F2-31877E9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nav-12-next">
            <a:hlinkClick xmlns:r="http://schemas.openxmlformats.org/officeDocument/2006/relationships" xmlns:a="http://schemas.openxmlformats.org/drawingml/2006/main" r:id="R86311737f2cb4d6e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72B7D8A-0653-48DC-BC98-067FD1C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3581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5E5C8F-1E03-4A8B-9FE8-C2CA4F28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suivi affiche l’état de l’événement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ACBD62-C83B-4A04-A908-47476104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client et le DJ partagent une vision claire de l’avancement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slide-count">
            <a:extLst xmlns:a="http://schemas.openxmlformats.org/drawingml/2006/main">
              <a:ext uri="{FF2B5EF4-FFF2-40B4-BE49-F238E27FC236}">
                <a16:creationId xmlns:a16="http://schemas.microsoft.com/office/drawing/2014/main" id="{A59F7A09-BBEE-4607-B675-4DED7E1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13/16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top-rule">
            <a:extLst xmlns:a="http://schemas.openxmlformats.org/drawingml/2006/main">
              <a:ext uri="{FF2B5EF4-FFF2-40B4-BE49-F238E27FC236}">
                <a16:creationId xmlns:a16="http://schemas.microsoft.com/office/drawing/2014/main" id="{8DB0A759-6DE5-4192-BB22-0935BBC7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2E8FF448-D191-42F3-BD5F-DACC3DE8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2" name="browser-top">
            <a:extLst xmlns:a="http://schemas.openxmlformats.org/drawingml/2006/main">
              <a:ext uri="{FF2B5EF4-FFF2-40B4-BE49-F238E27FC236}">
                <a16:creationId xmlns:a16="http://schemas.microsoft.com/office/drawing/2014/main" id="{36E1009E-5F94-40EC-876A-4087FBB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tab-accueil">
            <a:extLst xmlns:a="http://schemas.openxmlformats.org/drawingml/2006/main">
              <a:ext uri="{FF2B5EF4-FFF2-40B4-BE49-F238E27FC236}">
                <a16:creationId xmlns:a16="http://schemas.microsoft.com/office/drawing/2014/main" id="{0D0EDDEC-B62E-486D-AD7A-B83932A3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4" name="tab-offres">
            <a:extLst xmlns:a="http://schemas.openxmlformats.org/drawingml/2006/main">
              <a:ext uri="{FF2B5EF4-FFF2-40B4-BE49-F238E27FC236}">
                <a16:creationId xmlns:a16="http://schemas.microsoft.com/office/drawing/2014/main" id="{9B6E7325-BBB0-4E2F-94DF-9E913C29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tab-djs">
            <a:extLst xmlns:a="http://schemas.openxmlformats.org/drawingml/2006/main">
              <a:ext uri="{FF2B5EF4-FFF2-40B4-BE49-F238E27FC236}">
                <a16:creationId xmlns:a16="http://schemas.microsoft.com/office/drawing/2014/main" id="{C2022AD8-F0B1-4B00-9F78-2E22B6AE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EDD46FF3-7761-4922-9F6C-58880B10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tab-profil">
            <a:extLst xmlns:a="http://schemas.openxmlformats.org/drawingml/2006/main">
              <a:ext uri="{FF2B5EF4-FFF2-40B4-BE49-F238E27FC236}">
                <a16:creationId xmlns:a16="http://schemas.microsoft.com/office/drawing/2014/main" id="{27FA4DCB-5656-45E9-BCAE-96AC31B1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status-0">
            <a:extLst xmlns:a="http://schemas.openxmlformats.org/drawingml/2006/main">
              <a:ext uri="{FF2B5EF4-FFF2-40B4-BE49-F238E27FC236}">
                <a16:creationId xmlns:a16="http://schemas.microsoft.com/office/drawing/2014/main" id="{4B63ACF7-6005-4AF7-8A50-310C911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476440"/>
            <a:ext cx="1523520" cy="62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22C55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status-text-0">
            <a:extLst xmlns:a="http://schemas.openxmlformats.org/drawingml/2006/main">
              <a:ext uri="{FF2B5EF4-FFF2-40B4-BE49-F238E27FC236}">
                <a16:creationId xmlns:a16="http://schemas.microsoft.com/office/drawing/2014/main" id="{9AD7E48D-BD1C-4AE1-91E7-11291495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80" y="2685960"/>
            <a:ext cx="1294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Rendez-vous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status-1">
            <a:extLst xmlns:a="http://schemas.openxmlformats.org/drawingml/2006/main">
              <a:ext uri="{FF2B5EF4-FFF2-40B4-BE49-F238E27FC236}">
                <a16:creationId xmlns:a16="http://schemas.microsoft.com/office/drawing/2014/main" id="{62C16A19-505B-451B-AF5E-AE7E097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2476440"/>
            <a:ext cx="1523520" cy="62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22C55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status-text-1">
            <a:extLst xmlns:a="http://schemas.openxmlformats.org/drawingml/2006/main">
              <a:ext uri="{FF2B5EF4-FFF2-40B4-BE49-F238E27FC236}">
                <a16:creationId xmlns:a16="http://schemas.microsoft.com/office/drawing/2014/main" id="{8C675153-95D0-418C-AC4F-3595717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400" y="2685960"/>
            <a:ext cx="1294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Confirmé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status-2">
            <a:extLst xmlns:a="http://schemas.openxmlformats.org/drawingml/2006/main">
              <a:ext uri="{FF2B5EF4-FFF2-40B4-BE49-F238E27FC236}">
                <a16:creationId xmlns:a16="http://schemas.microsoft.com/office/drawing/2014/main" id="{21C295C7-3B0C-4E8F-AB8E-66BA5608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476440"/>
            <a:ext cx="1523520" cy="62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status-text-2">
            <a:extLst xmlns:a="http://schemas.openxmlformats.org/drawingml/2006/main">
              <a:ext uri="{FF2B5EF4-FFF2-40B4-BE49-F238E27FC236}">
                <a16:creationId xmlns:a16="http://schemas.microsoft.com/office/drawing/2014/main" id="{0D45926D-7902-4B8D-A26C-5A7B59AF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80" y="2685960"/>
            <a:ext cx="1294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Presté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status-3">
            <a:extLst xmlns:a="http://schemas.openxmlformats.org/drawingml/2006/main">
              <a:ext uri="{FF2B5EF4-FFF2-40B4-BE49-F238E27FC236}">
                <a16:creationId xmlns:a16="http://schemas.microsoft.com/office/drawing/2014/main" id="{96BDE5E8-9754-4E1B-8B4F-A3861594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80" y="2476440"/>
            <a:ext cx="1523520" cy="62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status-text-3">
            <a:extLst xmlns:a="http://schemas.openxmlformats.org/drawingml/2006/main">
              <a:ext uri="{FF2B5EF4-FFF2-40B4-BE49-F238E27FC236}">
                <a16:creationId xmlns:a16="http://schemas.microsoft.com/office/drawing/2014/main" id="{3DC87F5B-939D-46FE-A35F-7B5AD81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00" y="2685960"/>
            <a:ext cx="1294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Payé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status-4">
            <a:extLst xmlns:a="http://schemas.openxmlformats.org/drawingml/2006/main">
              <a:ext uri="{FF2B5EF4-FFF2-40B4-BE49-F238E27FC236}">
                <a16:creationId xmlns:a16="http://schemas.microsoft.com/office/drawing/2014/main" id="{3F9C7716-6691-4D72-A0D4-99260978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600" y="2476440"/>
            <a:ext cx="1523520" cy="62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status-text-4">
            <a:extLst xmlns:a="http://schemas.openxmlformats.org/drawingml/2006/main">
              <a:ext uri="{FF2B5EF4-FFF2-40B4-BE49-F238E27FC236}">
                <a16:creationId xmlns:a16="http://schemas.microsoft.com/office/drawing/2014/main" id="{AF9EA9D0-9FFE-456F-8E64-1E730A69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80" y="2685960"/>
            <a:ext cx="1294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Clôturé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follow-to-playlist">
            <a:hlinkClick xmlns:r="http://schemas.openxmlformats.org/officeDocument/2006/relationships" xmlns:a="http://schemas.openxmlformats.org/drawingml/2006/main" r:id="R555c1b39522a4da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B0763AC-A3A1-485D-990B-2A6B6844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000680"/>
            <a:ext cx="209520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Gérer la playlist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follow-to-review">
            <a:hlinkClick xmlns:r="http://schemas.openxmlformats.org/officeDocument/2006/relationships" xmlns:a="http://schemas.openxmlformats.org/drawingml/2006/main" r:id="R8f7cdb933d3446a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60311B2-090A-4B97-9CF2-D6373704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0" y="4000680"/>
            <a:ext cx="171432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Laisser un avis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" name="nav-13-home">
            <a:hlinkClick xmlns:r="http://schemas.openxmlformats.org/officeDocument/2006/relationships" xmlns:a="http://schemas.openxmlformats.org/drawingml/2006/main" r:id="R0b7d307a0de84a7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E86E14E-18F3-48D6-9E7E-1404C560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nav-13-prev">
            <a:hlinkClick xmlns:r="http://schemas.openxmlformats.org/officeDocument/2006/relationships" xmlns:a="http://schemas.openxmlformats.org/drawingml/2006/main" r:id="R20871cf6087445c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07F020D-0D5F-4422-BC58-A6350900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nav-13-next">
            <a:hlinkClick xmlns:r="http://schemas.openxmlformats.org/officeDocument/2006/relationships" xmlns:a="http://schemas.openxmlformats.org/drawingml/2006/main" r:id="Rb15d0ebd728f4507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2E49346-6DA3-4A71-B23A-6BF32152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47365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756039-844A-48F8-93C5-D4A17C4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 profil garde les préférences du client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58A71E-984E-46D5-A8EC-D52D0D02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La langue peut être modifiée à tout moment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slide-count">
            <a:extLst xmlns:a="http://schemas.openxmlformats.org/drawingml/2006/main">
              <a:ext uri="{FF2B5EF4-FFF2-40B4-BE49-F238E27FC236}">
                <a16:creationId xmlns:a16="http://schemas.microsoft.com/office/drawing/2014/main" id="{35BA3810-D422-4EE4-96EA-597499A5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14/16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6" name="top-rule">
            <a:extLst xmlns:a="http://schemas.openxmlformats.org/drawingml/2006/main">
              <a:ext uri="{FF2B5EF4-FFF2-40B4-BE49-F238E27FC236}">
                <a16:creationId xmlns:a16="http://schemas.microsoft.com/office/drawing/2014/main" id="{77B17C58-3358-4941-A6AB-9CA676E5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7C8035EE-E527-4619-83DD-FFDD86EF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browser-top">
            <a:extLst xmlns:a="http://schemas.openxmlformats.org/drawingml/2006/main">
              <a:ext uri="{FF2B5EF4-FFF2-40B4-BE49-F238E27FC236}">
                <a16:creationId xmlns:a16="http://schemas.microsoft.com/office/drawing/2014/main" id="{2DFF8746-25CE-4C44-B7EE-DD53589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tab-accueil">
            <a:extLst xmlns:a="http://schemas.openxmlformats.org/drawingml/2006/main">
              <a:ext uri="{FF2B5EF4-FFF2-40B4-BE49-F238E27FC236}">
                <a16:creationId xmlns:a16="http://schemas.microsoft.com/office/drawing/2014/main" id="{1FAD1AC8-6D4F-4DB4-84D6-71DD568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ab-offres">
            <a:extLst xmlns:a="http://schemas.openxmlformats.org/drawingml/2006/main">
              <a:ext uri="{FF2B5EF4-FFF2-40B4-BE49-F238E27FC236}">
                <a16:creationId xmlns:a16="http://schemas.microsoft.com/office/drawing/2014/main" id="{10DF9333-6E42-40F8-AC24-B84E9DB3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tab-djs">
            <a:extLst xmlns:a="http://schemas.openxmlformats.org/drawingml/2006/main">
              <a:ext uri="{FF2B5EF4-FFF2-40B4-BE49-F238E27FC236}">
                <a16:creationId xmlns:a16="http://schemas.microsoft.com/office/drawing/2014/main" id="{F8DB7A91-03EF-44CA-9EFB-0161986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7F993F33-3979-4B1A-9BC9-F9357136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tab-profil">
            <a:extLst xmlns:a="http://schemas.openxmlformats.org/drawingml/2006/main">
              <a:ext uri="{FF2B5EF4-FFF2-40B4-BE49-F238E27FC236}">
                <a16:creationId xmlns:a16="http://schemas.microsoft.com/office/drawing/2014/main" id="{8FD536F6-9437-4248-A333-27D063F7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profile-name-label">
            <a:extLst xmlns:a="http://schemas.openxmlformats.org/drawingml/2006/main">
              <a:ext uri="{FF2B5EF4-FFF2-40B4-BE49-F238E27FC236}">
                <a16:creationId xmlns:a16="http://schemas.microsoft.com/office/drawing/2014/main" id="{6639AB6A-2516-4848-A2AF-E7B413F3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143080"/>
            <a:ext cx="3428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Nom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profile-name">
            <a:extLst xmlns:a="http://schemas.openxmlformats.org/drawingml/2006/main">
              <a:ext uri="{FF2B5EF4-FFF2-40B4-BE49-F238E27FC236}">
                <a16:creationId xmlns:a16="http://schemas.microsoft.com/office/drawing/2014/main" id="{2647415B-E77E-4A95-9D36-7B87BB8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371680"/>
            <a:ext cx="342864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TCHAMAKO Vianney Dimitri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profile-lang-label">
            <a:extLst xmlns:a="http://schemas.openxmlformats.org/drawingml/2006/main">
              <a:ext uri="{FF2B5EF4-FFF2-40B4-BE49-F238E27FC236}">
                <a16:creationId xmlns:a16="http://schemas.microsoft.com/office/drawing/2014/main" id="{20F8E21E-1B0B-4F58-B58C-3C5B3251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2143080"/>
            <a:ext cx="2285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Langue préférée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profile-lang">
            <a:extLst xmlns:a="http://schemas.openxmlformats.org/drawingml/2006/main">
              <a:ext uri="{FF2B5EF4-FFF2-40B4-BE49-F238E27FC236}">
                <a16:creationId xmlns:a16="http://schemas.microsoft.com/office/drawing/2014/main" id="{54203747-DDD1-4104-93ED-247CC657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2371680"/>
            <a:ext cx="228564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Français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8" name="profile-email-label">
            <a:extLst xmlns:a="http://schemas.openxmlformats.org/drawingml/2006/main">
              <a:ext uri="{FF2B5EF4-FFF2-40B4-BE49-F238E27FC236}">
                <a16:creationId xmlns:a16="http://schemas.microsoft.com/office/drawing/2014/main" id="{9191E879-0EEA-4D8F-8A3D-84B67A0D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143160"/>
            <a:ext cx="3428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Email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profile-email">
            <a:extLst xmlns:a="http://schemas.openxmlformats.org/drawingml/2006/main">
              <a:ext uri="{FF2B5EF4-FFF2-40B4-BE49-F238E27FC236}">
                <a16:creationId xmlns:a16="http://schemas.microsoft.com/office/drawing/2014/main" id="{181232E5-627A-4276-BDBA-36D066AB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371760"/>
            <a:ext cx="342864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client@example.com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language-card">
            <a:extLst xmlns:a="http://schemas.openxmlformats.org/drawingml/2006/main">
              <a:ext uri="{FF2B5EF4-FFF2-40B4-BE49-F238E27FC236}">
                <a16:creationId xmlns:a16="http://schemas.microsoft.com/office/drawing/2014/main" id="{6EFA9427-E63E-47F4-A5A8-B366382E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2143080"/>
            <a:ext cx="2666520" cy="16189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language-card-accent">
            <a:extLst xmlns:a="http://schemas.openxmlformats.org/drawingml/2006/main">
              <a:ext uri="{FF2B5EF4-FFF2-40B4-BE49-F238E27FC236}">
                <a16:creationId xmlns:a16="http://schemas.microsoft.com/office/drawing/2014/main" id="{39F252B2-D036-457E-9D39-FFFA4BC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2143080"/>
            <a:ext cx="75960" cy="161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FEA"/>
          </a:solidFill>
          <a:ln xmlns:a="http://schemas.openxmlformats.org/drawingml/2006/main" w="0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language-card-title">
            <a:extLst xmlns:a="http://schemas.openxmlformats.org/drawingml/2006/main">
              <a:ext uri="{FF2B5EF4-FFF2-40B4-BE49-F238E27FC236}">
                <a16:creationId xmlns:a16="http://schemas.microsoft.com/office/drawing/2014/main" id="{055374F4-8F65-4814-A333-0C3116C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80" y="2295360"/>
            <a:ext cx="23238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Langues disponibles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language-card-body">
            <a:extLst xmlns:a="http://schemas.openxmlformats.org/drawingml/2006/main">
              <a:ext uri="{FF2B5EF4-FFF2-40B4-BE49-F238E27FC236}">
                <a16:creationId xmlns:a16="http://schemas.microsoft.com/office/drawing/2014/main" id="{4AF0D627-2BE6-42E1-9FCD-BB5F5BD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80" y="2638440"/>
            <a:ext cx="2323800" cy="10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Français par défaut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Anglais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Néerlandais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profile-back-home">
            <a:hlinkClick xmlns:r="http://schemas.openxmlformats.org/officeDocument/2006/relationships" xmlns:a="http://schemas.openxmlformats.org/drawingml/2006/main" r:id="R303b00541be64616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5555CC1-A8A6-4A55-A5EC-B005EEB6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334040"/>
            <a:ext cx="209520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 à l’accueil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nav-14-home">
            <a:hlinkClick xmlns:r="http://schemas.openxmlformats.org/officeDocument/2006/relationships" xmlns:a="http://schemas.openxmlformats.org/drawingml/2006/main" r:id="Rb07932196fe44b90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2DD6513-B9E1-48F4-B854-C95260DA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nav-14-prev">
            <a:hlinkClick xmlns:r="http://schemas.openxmlformats.org/officeDocument/2006/relationships" xmlns:a="http://schemas.openxmlformats.org/drawingml/2006/main" r:id="R8aa0c0098977462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9325DF1-EA1C-4D78-801D-E8CDDEF9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7" name="nav-14-next">
            <a:hlinkClick xmlns:r="http://schemas.openxmlformats.org/officeDocument/2006/relationships" xmlns:a="http://schemas.openxmlformats.org/drawingml/2006/main" r:id="R70836d65a51a44e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780728A-B58C-435E-9E6F-FE402746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22064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66C236-C60D-4B82-8CA2-4E965170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La playlist ajoute une vraie valeur métier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5C3CC17-3ABE-4E6B-BB2A-84A3147F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Le client peut indiquer des chansons spécifiques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slide-count">
            <a:extLst xmlns:a="http://schemas.openxmlformats.org/drawingml/2006/main">
              <a:ext uri="{FF2B5EF4-FFF2-40B4-BE49-F238E27FC236}">
                <a16:creationId xmlns:a16="http://schemas.microsoft.com/office/drawing/2014/main" id="{D69E6E67-8BCE-4E09-BE17-DD7D905D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15/16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top-rule">
            <a:extLst xmlns:a="http://schemas.openxmlformats.org/drawingml/2006/main">
              <a:ext uri="{FF2B5EF4-FFF2-40B4-BE49-F238E27FC236}">
                <a16:creationId xmlns:a16="http://schemas.microsoft.com/office/drawing/2014/main" id="{2D1D589D-CB7F-45F8-831D-A66A561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7FC916CA-90E2-4373-B069-DD2DBF3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" name="browser-top">
            <a:extLst xmlns:a="http://schemas.openxmlformats.org/drawingml/2006/main">
              <a:ext uri="{FF2B5EF4-FFF2-40B4-BE49-F238E27FC236}">
                <a16:creationId xmlns:a16="http://schemas.microsoft.com/office/drawing/2014/main" id="{29488C17-D4CA-46B0-908D-5B9442B1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4" name="tab-accueil">
            <a:extLst xmlns:a="http://schemas.openxmlformats.org/drawingml/2006/main">
              <a:ext uri="{FF2B5EF4-FFF2-40B4-BE49-F238E27FC236}">
                <a16:creationId xmlns:a16="http://schemas.microsoft.com/office/drawing/2014/main" id="{8178AFA8-7CF7-4E68-8D4F-E3301EE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5" name="tab-offres">
            <a:extLst xmlns:a="http://schemas.openxmlformats.org/drawingml/2006/main">
              <a:ext uri="{FF2B5EF4-FFF2-40B4-BE49-F238E27FC236}">
                <a16:creationId xmlns:a16="http://schemas.microsoft.com/office/drawing/2014/main" id="{ED4C978A-0C55-49C9-9BDE-1B6245AD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6" name="tab-djs">
            <a:extLst xmlns:a="http://schemas.openxmlformats.org/drawingml/2006/main">
              <a:ext uri="{FF2B5EF4-FFF2-40B4-BE49-F238E27FC236}">
                <a16:creationId xmlns:a16="http://schemas.microsoft.com/office/drawing/2014/main" id="{803C28A3-05AC-4104-ADEE-E023298B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727F964E-6C8B-46B6-AAA8-707855C2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tab-profil">
            <a:extLst xmlns:a="http://schemas.openxmlformats.org/drawingml/2006/main">
              <a:ext uri="{FF2B5EF4-FFF2-40B4-BE49-F238E27FC236}">
                <a16:creationId xmlns:a16="http://schemas.microsoft.com/office/drawing/2014/main" id="{B9EAC4EA-8401-4678-8565-B90D84EA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style-pref-label">
            <a:extLst xmlns:a="http://schemas.openxmlformats.org/drawingml/2006/main">
              <a:ext uri="{FF2B5EF4-FFF2-40B4-BE49-F238E27FC236}">
                <a16:creationId xmlns:a16="http://schemas.microsoft.com/office/drawing/2014/main" id="{C02D933C-EFBF-43E3-B34E-D3689832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095560"/>
            <a:ext cx="4095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Styles musicaux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style-pref">
            <a:extLst xmlns:a="http://schemas.openxmlformats.org/drawingml/2006/main">
              <a:ext uri="{FF2B5EF4-FFF2-40B4-BE49-F238E27FC236}">
                <a16:creationId xmlns:a16="http://schemas.microsoft.com/office/drawing/2014/main" id="{9E326CAB-FBA0-4500-8657-6BCAAE87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324160"/>
            <a:ext cx="409536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Afro, house, pop, latino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1" name="song-1-label">
            <a:extLst xmlns:a="http://schemas.openxmlformats.org/drawingml/2006/main">
              <a:ext uri="{FF2B5EF4-FFF2-40B4-BE49-F238E27FC236}">
                <a16:creationId xmlns:a16="http://schemas.microsoft.com/office/drawing/2014/main" id="{A7912669-4827-451A-887E-B523EED7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048120"/>
            <a:ext cx="4095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Chanson obligatoire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" name="song-1">
            <a:extLst xmlns:a="http://schemas.openxmlformats.org/drawingml/2006/main">
              <a:ext uri="{FF2B5EF4-FFF2-40B4-BE49-F238E27FC236}">
                <a16:creationId xmlns:a16="http://schemas.microsoft.com/office/drawing/2014/main" id="{CFC04A46-88C2-4CA6-B316-D3F74AB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276720"/>
            <a:ext cx="409536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Magic System - Premier Gaou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3" name="song-2-label">
            <a:extLst xmlns:a="http://schemas.openxmlformats.org/drawingml/2006/main">
              <a:ext uri="{FF2B5EF4-FFF2-40B4-BE49-F238E27FC236}">
                <a16:creationId xmlns:a16="http://schemas.microsoft.com/office/drawing/2014/main" id="{1267676A-D029-4D7A-9FAF-C659AA27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3048120"/>
            <a:ext cx="2857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Moment souhaité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4" name="song-2">
            <a:extLst xmlns:a="http://schemas.openxmlformats.org/drawingml/2006/main">
              <a:ext uri="{FF2B5EF4-FFF2-40B4-BE49-F238E27FC236}">
                <a16:creationId xmlns:a16="http://schemas.microsoft.com/office/drawing/2014/main" id="{96BC71B1-5711-4BC5-99D7-FE3320E2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3276720"/>
            <a:ext cx="2857320" cy="36144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Ouverture de soirée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5" name="playlist-status">
            <a:extLst xmlns:a="http://schemas.openxmlformats.org/drawingml/2006/main">
              <a:ext uri="{FF2B5EF4-FFF2-40B4-BE49-F238E27FC236}">
                <a16:creationId xmlns:a16="http://schemas.microsoft.com/office/drawing/2014/main" id="{FCCF4600-8418-491E-8129-D6B7A6A4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2286000"/>
            <a:ext cx="2095200" cy="1428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playlist-status-accent">
            <a:extLst xmlns:a="http://schemas.openxmlformats.org/drawingml/2006/main">
              <a:ext uri="{FF2B5EF4-FFF2-40B4-BE49-F238E27FC236}">
                <a16:creationId xmlns:a16="http://schemas.microsoft.com/office/drawing/2014/main" id="{DD55FFEA-FC13-4407-A75A-94933B17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2286000"/>
            <a:ext cx="75960" cy="1428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0">
            <a:solidFill>
              <a:srgbClr val="FFC2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playlist-status-title">
            <a:extLst xmlns:a="http://schemas.openxmlformats.org/drawingml/2006/main">
              <a:ext uri="{FF2B5EF4-FFF2-40B4-BE49-F238E27FC236}">
                <a16:creationId xmlns:a16="http://schemas.microsoft.com/office/drawing/2014/main" id="{59B5CFBF-E5EE-4C9B-B57E-C11298EF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40" y="2438280"/>
            <a:ext cx="17521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Statut playlist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8" name="playlist-status-body">
            <a:extLst xmlns:a="http://schemas.openxmlformats.org/drawingml/2006/main">
              <a:ext uri="{FF2B5EF4-FFF2-40B4-BE49-F238E27FC236}">
                <a16:creationId xmlns:a16="http://schemas.microsoft.com/office/drawing/2014/main" id="{6DBAE6E6-AF44-44EA-8F19-EF761534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40" y="2781360"/>
            <a:ext cx="1752120" cy="81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En préparation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Validation par le DJ avant l’événement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" name="playlist-save">
            <a:hlinkClick xmlns:r="http://schemas.openxmlformats.org/officeDocument/2006/relationships" xmlns:a="http://schemas.openxmlformats.org/drawingml/2006/main" r:id="R30b21ea7f222467b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05354ED-CE0C-402D-A4B7-C51B85C2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4238640"/>
            <a:ext cx="228564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Enregistrer la playlist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0" name="nav-15-home">
            <a:hlinkClick xmlns:r="http://schemas.openxmlformats.org/officeDocument/2006/relationships" xmlns:a="http://schemas.openxmlformats.org/drawingml/2006/main" r:id="Re477098bcef543cf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41B1472-4C0A-4A45-9B03-C4DCAE52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1" name="nav-15-prev">
            <a:hlinkClick xmlns:r="http://schemas.openxmlformats.org/officeDocument/2006/relationships" xmlns:a="http://schemas.openxmlformats.org/drawingml/2006/main" r:id="R0d3ed2479e8b42fd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E2546C7-99BC-4868-865B-D72A4CB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2" name="nav-15-next">
            <a:hlinkClick xmlns:r="http://schemas.openxmlformats.org/officeDocument/2006/relationships" xmlns:a="http://schemas.openxmlformats.org/drawingml/2006/main" r:id="R4444d353cfff4ea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A3995F9-A251-417C-B374-A5E09BFD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320" y="6305400"/>
            <a:ext cx="13903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Suivant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1912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CA94F5-ECE2-4CB6-8D00-CB3BE167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247680"/>
            <a:ext cx="80960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320" b="1" u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Les cas alternatifs confirment la logique métier</a:t>
            </a:r>
            <a:endParaRPr sz="232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2C7085-A253-411A-AAB4-B03CF99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2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Indisponibilité, avis client et retour vers la réservation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5" name="slide-count">
            <a:extLst xmlns:a="http://schemas.openxmlformats.org/drawingml/2006/main">
              <a:ext uri="{FF2B5EF4-FFF2-40B4-BE49-F238E27FC236}">
                <a16:creationId xmlns:a16="http://schemas.microsoft.com/office/drawing/2014/main" id="{80276769-8301-45E0-9ABD-6ED2AF37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080" y="343080"/>
            <a:ext cx="6663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16/16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6" name="top-rule">
            <a:extLst xmlns:a="http://schemas.openxmlformats.org/drawingml/2006/main">
              <a:ext uri="{FF2B5EF4-FFF2-40B4-BE49-F238E27FC236}">
                <a16:creationId xmlns:a16="http://schemas.microsoft.com/office/drawing/2014/main" id="{B903DC1C-69A9-40D3-9BEB-B066B893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028520"/>
            <a:ext cx="1131552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3A5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7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D56A2B2D-1A8C-4A64-9A76-AD40AD7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8384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8" name="browser-top">
            <a:extLst xmlns:a="http://schemas.openxmlformats.org/drawingml/2006/main">
              <a:ext uri="{FF2B5EF4-FFF2-40B4-BE49-F238E27FC236}">
                <a16:creationId xmlns:a16="http://schemas.microsoft.com/office/drawing/2014/main" id="{D956AC43-0ECC-47D1-9C28-A6EBD247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181160"/>
            <a:ext cx="11315520" cy="4950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9" name="tab-accueil">
            <a:extLst xmlns:a="http://schemas.openxmlformats.org/drawingml/2006/main">
              <a:ext uri="{FF2B5EF4-FFF2-40B4-BE49-F238E27FC236}">
                <a16:creationId xmlns:a16="http://schemas.microsoft.com/office/drawing/2014/main" id="{E8AE917D-4478-41D4-A7A4-E639EFDD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Accueil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0" name="tab-offres">
            <a:extLst xmlns:a="http://schemas.openxmlformats.org/drawingml/2006/main">
              <a:ext uri="{FF2B5EF4-FFF2-40B4-BE49-F238E27FC236}">
                <a16:creationId xmlns:a16="http://schemas.microsoft.com/office/drawing/2014/main" id="{FE38234D-73EA-472D-BF1E-95E125A8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0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Offres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1" name="tab-djs">
            <a:extLst xmlns:a="http://schemas.openxmlformats.org/drawingml/2006/main">
              <a:ext uri="{FF2B5EF4-FFF2-40B4-BE49-F238E27FC236}">
                <a16:creationId xmlns:a16="http://schemas.microsoft.com/office/drawing/2014/main" id="{51FE07AF-9A28-4C7E-B7AD-9190CDC0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64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DJs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tab-réservation">
            <a:extLst xmlns:a="http://schemas.openxmlformats.org/drawingml/2006/main">
              <a:ext uri="{FF2B5EF4-FFF2-40B4-BE49-F238E27FC236}">
                <a16:creationId xmlns:a16="http://schemas.microsoft.com/office/drawing/2014/main" id="{BF5D815C-E72B-48FC-A145-F9ED2EAA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2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90E1E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Réservation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tab-profil">
            <a:extLst xmlns:a="http://schemas.openxmlformats.org/drawingml/2006/main">
              <a:ext uri="{FF2B5EF4-FFF2-40B4-BE49-F238E27FC236}">
                <a16:creationId xmlns:a16="http://schemas.microsoft.com/office/drawing/2014/main" id="{B8677D54-4306-4475-8F31-FDB459CB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1305000"/>
            <a:ext cx="1199880" cy="266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25324B"/>
                </a:solidFill>
                <a:latin typeface="Calibri"/>
                <a:ea typeface="Calibri"/>
                <a:cs typeface="Calibri"/>
              </a:rPr>
              <a:t>Profil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4" name="unavailable-title">
            <a:extLst xmlns:a="http://schemas.openxmlformats.org/drawingml/2006/main">
              <a:ext uri="{FF2B5EF4-FFF2-40B4-BE49-F238E27FC236}">
                <a16:creationId xmlns:a16="http://schemas.microsoft.com/office/drawing/2014/main" id="{015306D9-08C8-46CE-98F3-7D15359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095560"/>
            <a:ext cx="40003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100" b="1" u="none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Créneau indisponible</a:t>
            </a:r>
            <a:endParaRPr sz="21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5" name="unavailable-copy">
            <a:extLst xmlns:a="http://schemas.openxmlformats.org/drawingml/2006/main">
              <a:ext uri="{FF2B5EF4-FFF2-40B4-BE49-F238E27FC236}">
                <a16:creationId xmlns:a16="http://schemas.microsoft.com/office/drawing/2014/main" id="{CF0B2520-0ADA-4271-840B-BF6AA7C4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2571840"/>
            <a:ext cx="438120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Ce créneau a déjà été confirmé par un autre client. Il n’est plus visible comme disponible dans le parcours normal.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6" name="review-card">
            <a:extLst xmlns:a="http://schemas.openxmlformats.org/drawingml/2006/main">
              <a:ext uri="{FF2B5EF4-FFF2-40B4-BE49-F238E27FC236}">
                <a16:creationId xmlns:a16="http://schemas.microsoft.com/office/drawing/2014/main" id="{5850901A-0CCC-4F43-BB27-119E6A0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120" y="2190600"/>
            <a:ext cx="3428640" cy="16189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7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7" name="review-card-accent">
            <a:extLst xmlns:a="http://schemas.openxmlformats.org/drawingml/2006/main">
              <a:ext uri="{FF2B5EF4-FFF2-40B4-BE49-F238E27FC236}">
                <a16:creationId xmlns:a16="http://schemas.microsoft.com/office/drawing/2014/main" id="{BD48123F-837C-45D5-A37A-5E620796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120" y="2190600"/>
            <a:ext cx="75960" cy="161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8" name="review-card-title">
            <a:extLst xmlns:a="http://schemas.openxmlformats.org/drawingml/2006/main">
              <a:ext uri="{FF2B5EF4-FFF2-40B4-BE49-F238E27FC236}">
                <a16:creationId xmlns:a16="http://schemas.microsoft.com/office/drawing/2014/main" id="{F5285BD1-239D-443C-A0B0-DBC2350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640" y="2343240"/>
            <a:ext cx="30859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Avis après prestation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9" name="review-card-body">
            <a:extLst xmlns:a="http://schemas.openxmlformats.org/drawingml/2006/main">
              <a:ext uri="{FF2B5EF4-FFF2-40B4-BE49-F238E27FC236}">
                <a16:creationId xmlns:a16="http://schemas.microsoft.com/office/drawing/2014/main" id="{67542ECD-1D31-46F8-99B5-D68032E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640" y="2685960"/>
            <a:ext cx="3085920" cy="10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Note : 5/5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Commentaire : prestation professionnelle, playlist respectée.</a:t>
            </a:r>
            <a:endParaRPr sz="113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0" name="unavailable-back-slots">
            <a:hlinkClick xmlns:r="http://schemas.openxmlformats.org/officeDocument/2006/relationships" xmlns:a="http://schemas.openxmlformats.org/drawingml/2006/main" r:id="R1dc262d2514349a7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033F6F8-9B79-48BF-A3D5-4AC90160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3714840"/>
            <a:ext cx="238104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BFEA"/>
          </a:solidFill>
          <a:ln xmlns:a="http://schemas.openxmlformats.org/drawingml/2006/main" w="9525">
            <a:solidFill>
              <a:srgbClr val="13BF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Choisir un autre créneau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1" name="review-back-home">
            <a:hlinkClick xmlns:r="http://schemas.openxmlformats.org/officeDocument/2006/relationships" xmlns:a="http://schemas.openxmlformats.org/drawingml/2006/main" r:id="R71411b23fc2b4eef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264EB4D-0C05-478F-8937-FEA5390B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120" y="4095720"/>
            <a:ext cx="1809360" cy="39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 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2" name="nav-16-home">
            <a:hlinkClick xmlns:r="http://schemas.openxmlformats.org/officeDocument/2006/relationships" xmlns:a="http://schemas.openxmlformats.org/drawingml/2006/main" r:id="R20f0245e4fa1467f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0F69F38-B757-42D7-9629-5AD9334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Accueil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nav-16-prev">
            <a:hlinkClick xmlns:r="http://schemas.openxmlformats.org/officeDocument/2006/relationships" xmlns:a="http://schemas.openxmlformats.org/drawingml/2006/main" r:id="Ra8678dadd98a462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3FDB8ED-3086-4DFC-B0A3-7E9928A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40" y="6305400"/>
            <a:ext cx="1028520" cy="342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3C"/>
          </a:solidFill>
          <a:ln xmlns:a="http://schemas.openxmlformats.org/drawingml/2006/main" w="9525">
            <a:solidFill>
              <a:srgbClr val="17213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Retour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13141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7D5D74-12A5-4554-B8F6-F2512700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13D"/>
                </a:solidFill>
              </a:defRPr>
            </a:pPr>
            <a:r>
              <a:rPr sz="2100" b="1">
                <a:solidFill>
                  <a:srgbClr val="11213D"/>
                </a:solidFill>
              </a:rPr>
              <a:t>Diagramme de cas d’utilisation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9A677-090F-4109-966A-C1ED3CEC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24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987"/>
                </a:solidFill>
              </a:defRPr>
            </a:pPr>
            <a:r>
              <a:rPr sz="1050" b="0">
                <a:solidFill>
                  <a:srgbClr val="516987"/>
                </a:solidFill>
              </a:rPr>
              <a:t>Les principaux échanges entre les utilisateurs et les services externes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1A36D-6016-4C43-B2F6-3C04DBE6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B7F01-8998-475C-93D1-E67B62B7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33500"/>
            <a:ext cx="7524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33D27-D49C-4351-9C5F-D9D5E41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428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13D"/>
                </a:solidFill>
              </a:defRPr>
            </a:pPr>
            <a:r>
              <a:rPr sz="1350" b="1">
                <a:solidFill>
                  <a:srgbClr val="11213D"/>
                </a:solidFill>
              </a:rPr>
              <a:t>Ultimate DJ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91DF-720A-4018-904C-C6B657CF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1190625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9FE"/>
          </a:solidFill>
          <a:ln xmlns:a="http://schemas.openxmlformats.org/drawingml/2006/main" w="11430">
            <a:solidFill>
              <a:srgbClr val="00C8F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AA6D3-CE7F-4854-9CA5-4BF838D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1190625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7"/>
          </a:solidFill>
          <a:ln xmlns:a="http://schemas.openxmlformats.org/drawingml/2006/main" w="11430">
            <a:solidFill>
              <a:srgbClr val="FF2E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DJ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85B81-38E5-4B7D-BD8F-E8FAD711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76500"/>
            <a:ext cx="1381125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F7B942"/>
            </a:solidFill>
            <a:prstDash val="solid"/>
          </a:ln>
        </p:spPr>
        <p:txBody>
          <a:bodyPr xmlns:a="http://schemas.openxmlformats.org/drawingml/2006/main" anchor="ctr">
            <a:normAutofit fontScale="8264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13D"/>
                </a:solidFill>
              </a:defRPr>
            </a:pPr>
            <a:r>
              <a:rPr sz="1200" b="1">
                <a:solidFill>
                  <a:srgbClr val="11213D"/>
                </a:solidFill>
              </a:rPr>
              <a:t>Administrateur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D2FF7-D355-4724-BD8B-B08FBAC2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86250"/>
            <a:ext cx="1381125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35B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Stripe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C8CF2-53A4-4403-A3D0-4FF48E6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24050"/>
            <a:ext cx="17145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CFE"/>
          </a:solidFill>
          <a:ln xmlns:a="http://schemas.openxmlformats.org/drawingml/2006/main" w="11430">
            <a:solidFill>
              <a:srgbClr val="00C8F5"/>
            </a:solidFill>
            <a:prstDash val="solid"/>
          </a:ln>
        </p:spPr>
        <p:txBody>
          <a:bodyPr xmlns:a="http://schemas.openxmlformats.org/drawingml/2006/main" anchor="ctr">
            <a:normAutofit fontScale="8804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Créer une demande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de devis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2852A-071E-4380-ACB9-1CA44D74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71800"/>
            <a:ext cx="17145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CFE"/>
          </a:solidFill>
          <a:ln xmlns:a="http://schemas.openxmlformats.org/drawingml/2006/main" w="11430">
            <a:solidFill>
              <a:srgbClr val="00C8F5"/>
            </a:solidFill>
            <a:prstDash val="solid"/>
          </a:ln>
        </p:spPr>
        <p:txBody>
          <a:bodyPr xmlns:a="http://schemas.openxmlformats.org/drawingml/2006/main" anchor="ctr">
            <a:normAutofit fontScale="9511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Signer le contrat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et payer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36123-2EFD-4DC2-A390-4624646E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38600"/>
            <a:ext cx="17145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CFE"/>
          </a:solidFill>
          <a:ln xmlns:a="http://schemas.openxmlformats.org/drawingml/2006/main" w="11430">
            <a:solidFill>
              <a:srgbClr val="00C8F5"/>
            </a:solidFill>
            <a:prstDash val="solid"/>
          </a:ln>
        </p:spPr>
        <p:txBody>
          <a:bodyPr xmlns:a="http://schemas.openxmlformats.org/drawingml/2006/main" anchor="ctr">
            <a:normAutofit fontScale="7378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Proposer des morceaux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et échanger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4F974-FAEE-4C1C-B59A-E00DAE2C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86350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CFE"/>
          </a:solidFill>
          <a:ln xmlns:a="http://schemas.openxmlformats.org/drawingml/2006/main" w="11430">
            <a:solidFill>
              <a:srgbClr val="00C8F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Publier un avis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70520-A926-4BC0-BE68-37A581A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24050"/>
            <a:ext cx="17145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B"/>
          </a:solidFill>
          <a:ln xmlns:a="http://schemas.openxmlformats.org/drawingml/2006/main" w="11430">
            <a:solidFill>
              <a:srgbClr val="FF2E91"/>
            </a:solidFill>
            <a:prstDash val="solid"/>
          </a:ln>
        </p:spPr>
        <p:txBody>
          <a:bodyPr xmlns:a="http://schemas.openxmlformats.org/drawingml/2006/main" anchor="ctr">
            <a:normAutofit fontScale="9511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Gérer les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disponibilités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899F8-0CC8-4BFE-9A6E-A0053FE0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71800"/>
            <a:ext cx="17145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B"/>
          </a:solidFill>
          <a:ln xmlns:a="http://schemas.openxmlformats.org/drawingml/2006/main" w="11430">
            <a:solidFill>
              <a:srgbClr val="FF2E91"/>
            </a:solidFill>
            <a:prstDash val="solid"/>
          </a:ln>
        </p:spPr>
        <p:txBody>
          <a:bodyPr xmlns:a="http://schemas.openxmlformats.org/drawingml/2006/main" anchor="ctr">
            <a:normAutofit fontScale="8865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Accepter ou refuser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un devis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BB52B-43FA-476D-9309-57485525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38600"/>
            <a:ext cx="17145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B"/>
          </a:solidFill>
          <a:ln xmlns:a="http://schemas.openxmlformats.org/drawingml/2006/main" w="11430">
            <a:solidFill>
              <a:srgbClr val="FF2E91"/>
            </a:solidFill>
            <a:prstDash val="solid"/>
          </a:ln>
        </p:spPr>
        <p:txBody>
          <a:bodyPr xmlns:a="http://schemas.openxmlformats.org/drawingml/2006/main" anchor="ctr">
            <a:normAutofit fontScale="7907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Valider le rendez-vous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et les morceaux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A8E9C-AEF6-4CEB-9709-74C43A11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86350"/>
            <a:ext cx="1714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B"/>
          </a:solidFill>
          <a:ln xmlns:a="http://schemas.openxmlformats.org/drawingml/2006/main" w="11430">
            <a:solidFill>
              <a:srgbClr val="FF2E91"/>
            </a:solidFill>
            <a:prstDash val="solid"/>
          </a:ln>
        </p:spPr>
        <p:txBody>
          <a:bodyPr xmlns:a="http://schemas.openxmlformats.org/drawingml/2006/main" anchor="ctr">
            <a:normAutofit fontScale="9564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Suivre son activité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58C92-1D91-441E-ABC4-5825946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1762125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1"/>
          </a:solidFill>
          <a:ln xmlns:a="http://schemas.openxmlformats.org/drawingml/2006/main" w="11430">
            <a:solidFill>
              <a:srgbClr val="F7B942"/>
            </a:solidFill>
            <a:prstDash val="solid"/>
          </a:ln>
        </p:spPr>
        <p:txBody>
          <a:bodyPr xmlns:a="http://schemas.openxmlformats.org/drawingml/2006/main" anchor="ctr">
            <a:normAutofit fontScale="8761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Affecter un DJ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et suivre les dossiers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7B47C-2449-4E1D-9208-03D2A1E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1762125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1"/>
          </a:solidFill>
          <a:ln xmlns:a="http://schemas.openxmlformats.org/drawingml/2006/main" w="11430">
            <a:solidFill>
              <a:srgbClr val="F7B942"/>
            </a:solidFill>
            <a:prstDash val="solid"/>
          </a:ln>
        </p:spPr>
        <p:txBody>
          <a:bodyPr xmlns:a="http://schemas.openxmlformats.org/drawingml/2006/main" anchor="ctr">
            <a:normAutofit fontScale="8573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Clôturer, rembourser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et modérer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B49C3-03D4-4CC3-9519-F8C70115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1762125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6FF"/>
          </a:solidFill>
          <a:ln xmlns:a="http://schemas.openxmlformats.org/drawingml/2006/main" w="11430">
            <a:solidFill>
              <a:srgbClr val="635BFF"/>
            </a:solidFill>
            <a:prstDash val="solid"/>
          </a:ln>
        </p:spPr>
        <p:txBody>
          <a:bodyPr xmlns:a="http://schemas.openxmlformats.org/drawingml/2006/main" anchor="ctr">
            <a:normAutofit fontScale="7959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Confirmer le paiement</a:t>
            </a:r>
          </a:p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par webhook</a:t>
            </a:r>
          </a:p>
        </p:txBody>
      </p:sp>
      <p:cxnSp>
        <p:nvCxnSpPr>
          <p:cNvPr id="54" name=""/>
          <p:cNvCxnSpPr>
            <a:stCxn xmlns:a="http://schemas.openxmlformats.org/drawingml/2006/main" id="6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743075" y="2219325"/>
            <a:ext cx="9715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C8F5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6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743075" y="2781300"/>
            <a:ext cx="97155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C8F5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6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743075" y="2781300"/>
            <a:ext cx="971550" cy="1552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C8F5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6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743075" y="2781300"/>
            <a:ext cx="971550" cy="2552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C8F5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7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1743075" y="2219325"/>
            <a:ext cx="3543300" cy="2257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F2E91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7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1743075" y="3267075"/>
            <a:ext cx="354330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F2E91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7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1743075" y="4333875"/>
            <a:ext cx="35433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F2E91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7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1743075" y="4476750"/>
            <a:ext cx="35433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F2E91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8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286875" y="2486025"/>
            <a:ext cx="7334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7B942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9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9286875" y="2733675"/>
            <a:ext cx="733425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7B942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9" idx="2"/>
            <a:endCxn xmlns:a="http://schemas.openxmlformats.org/drawingml/2006/main" id="20" idx="6"/>
          </p:cNvCxnSpPr>
          <p:nvPr/>
        </p:nvCxnSpPr>
        <p:spPr>
          <a:xfrm xmlns:a="http://schemas.openxmlformats.org/drawingml/2006/main" flipH="1">
            <a:off x="9286875" y="4543425"/>
            <a:ext cx="733425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35BFF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1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4429125" y="3267075"/>
            <a:ext cx="3095625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35BFF"/>
            </a:solidFill>
            <a:prstDash val="dash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7000875" y="2486025"/>
            <a:ext cx="523875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7B942"/>
            </a:solidFill>
            <a:prstDash val="dash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810745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DDDB2E-384E-4094-A57D-A568AFD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13D"/>
                </a:solidFill>
              </a:defRPr>
            </a:pPr>
            <a:r>
              <a:rPr sz="2100" b="1">
                <a:solidFill>
                  <a:srgbClr val="11213D"/>
                </a:solidFill>
              </a:rPr>
              <a:t>Diagramme de classes métier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B3CD9-AF06-48B9-85FF-A4BB8D23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24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987"/>
                </a:solidFill>
              </a:defRPr>
            </a:pPr>
            <a:r>
              <a:rPr sz="1050" b="0">
                <a:solidFill>
                  <a:srgbClr val="516987"/>
                </a:solidFill>
              </a:rPr>
              <a:t>Les entités centrales et leurs relations dans la base de données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F563B-1723-45CF-8CF0-6BCB1C02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3BA10-108A-4E45-A392-B5EA90F6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C701E-27F1-4A4B-B8DF-9931719A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5"/>
          </a:solidFill>
          <a:ln xmlns:a="http://schemas.openxmlformats.org/drawingml/2006/main" w="9525">
            <a:solidFill>
              <a:srgbClr val="00C8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B575B-DCFD-4A88-8A3C-91A9AFE2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781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ClientProfile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46984-7400-4C20-8474-AFDA5CDF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coordonnées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langue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adresse de facturation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58DD0-652C-4E06-8F78-3D03A5E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A143D-4430-4CE8-8D9E-0CBA1F06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91"/>
          </a:solidFill>
          <a:ln xmlns:a="http://schemas.openxmlformats.org/drawingml/2006/main" w="9525">
            <a:solidFill>
              <a:srgbClr val="FF2E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9B91D-A051-46C1-A15C-C7761BB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781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DJProfile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D8E8D-0EFA-46A5-8621-F3D5975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14800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nom de scène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tarifs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disponibilités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169A9-A141-4DDD-BF71-6B7D78AE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9065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B1E49-73DC-4352-8704-7C9E73FE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906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5"/>
          </a:solidFill>
          <a:ln xmlns:a="http://schemas.openxmlformats.org/drawingml/2006/main" w="9525">
            <a:solidFill>
              <a:srgbClr val="00C8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F0ADE-73D6-43E0-8F67-F4B6A09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4478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2D526-0BA4-42F5-83D1-2E2746E0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statut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événement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montant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décision DJ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AB663-F7A3-43FA-9062-2B1B19E2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9065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7BC25-39F7-4386-8DE9-433E09DF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906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42"/>
          </a:solidFill>
          <a:ln xmlns:a="http://schemas.openxmlformats.org/drawingml/2006/main" w="9525">
            <a:solidFill>
              <a:srgbClr val="F7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B52B1-324F-4F4B-A843-8AE94DA7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Booking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43292-5078-4378-A7A0-4E07768B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date et horaires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statut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acompte payé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096F0-0291-4850-A7D0-F6646100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906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DD77C-B4EF-417A-9DBD-0DF6FC9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906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B72"/>
          </a:solidFill>
          <a:ln xmlns:a="http://schemas.openxmlformats.org/drawingml/2006/main" w="9525">
            <a:solidFill>
              <a:srgbClr val="1C9B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D3E4B-4FF0-4856-B3E5-95019E4B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4780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BCDC5-8E53-4C71-83C6-3A564682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907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numéro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statut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signature 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8449B-F325-49C0-A493-9BFEC97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78B19-69ED-4B36-B54A-C90DAE87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7D6"/>
          </a:solidFill>
          <a:ln xmlns:a="http://schemas.openxmlformats.org/drawingml/2006/main" w="9525">
            <a:solidFill>
              <a:srgbClr val="5C7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67219-AAB1-4123-854A-5599B8A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719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Invoice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B659F-4656-4B11-8DA0-B71624F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type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montant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échéance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statut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02F1E-6AB2-413D-AD98-DF3E8AB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2B5D4-24FE-4A69-9A8D-F1C88434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8EE2D-253A-4464-AD5E-35DF7522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7719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11118E-59F4-47BE-86EE-22299081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148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montant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statut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référence Stripe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812AA9-CB1E-4D37-903F-3804A4EF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CBB9E7-0DED-4892-81CB-3BCEF90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91"/>
          </a:solidFill>
          <a:ln xmlns:a="http://schemas.openxmlformats.org/drawingml/2006/main" w="9525">
            <a:solidFill>
              <a:srgbClr val="FF2E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5A4176-48A3-4DB5-BF10-705224DB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Playlist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7E1F5E-A86E-4CA4-A834-11BEEF5E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14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styles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notes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morceaux proposés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F78621-C85C-43B6-9370-E05AF95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34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27165B-4EF4-4E72-882E-C9B788A5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340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5"/>
          </a:solidFill>
          <a:ln xmlns:a="http://schemas.openxmlformats.org/drawingml/2006/main" w="9525">
            <a:solidFill>
              <a:srgbClr val="00C8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5616CD-7FF0-49CF-A24F-CB668675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DCF3C5-4AD2-4DD0-B0A1-FA0C6EF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340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note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commentaire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modération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AF2B94-7F6B-4543-8B91-95F2F574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999D66-BB02-4871-8EEB-6D0B12AF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42"/>
          </a:solidFill>
          <a:ln xmlns:a="http://schemas.openxmlformats.org/drawingml/2006/main" w="9525">
            <a:solidFill>
              <a:srgbClr val="F7B9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A527A4-15F9-449B-A993-84DD9232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39115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PreparatoryAppointment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26F411-3A52-4F32-9161-2AF5415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34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date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mode</a:t>
            </a:r>
          </a:p>
          <a:p xmlns:a="http://schemas.openxmlformats.org/drawingml/2006/main">
            <a:pPr>
              <a:defRPr sz="900" b="0">
                <a:solidFill>
                  <a:srgbClr val="11213D"/>
                </a:solidFill>
              </a:defRPr>
            </a:pPr>
            <a:r>
              <a:rPr sz="900" b="0">
                <a:solidFill>
                  <a:srgbClr val="11213D"/>
                </a:solidFill>
              </a:rPr>
              <a:t>• statut</a:t>
            </a:r>
          </a:p>
        </p:txBody>
      </p:sp>
      <p:cxnSp>
        <p:nvCxnSpPr>
          <p:cNvPr id="101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76500" y="2019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B34E97-95B1-42B5-996E-4557F6D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987"/>
                </a:solidFill>
              </a:defRPr>
            </a:pPr>
            <a:r>
              <a:rPr sz="825" b="0">
                <a:solidFill>
                  <a:srgbClr val="516987"/>
                </a:solidFill>
              </a:rPr>
              <a:t>1      0..*</a:t>
            </a:r>
          </a:p>
        </p:txBody>
      </p:sp>
      <p:cxnSp>
        <p:nvCxnSpPr>
          <p:cNvPr id="103" name=""/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476500" y="2019300"/>
            <a:ext cx="3143250" cy="2228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AD0D1-78B5-48CA-90ED-866DD2C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862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987"/>
                </a:solidFill>
              </a:defRPr>
            </a:pPr>
            <a:r>
              <a:rPr sz="825" b="0">
                <a:solidFill>
                  <a:srgbClr val="516987"/>
                </a:solidFill>
              </a:rPr>
              <a:t>1      0..*</a:t>
            </a:r>
          </a:p>
        </p:txBody>
      </p:sp>
      <p:cxnSp>
        <p:nvCxnSpPr>
          <p:cNvPr id="10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48250" y="2019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501C0C-FBB5-436A-BB91-5B41F1BE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987"/>
                </a:solidFill>
              </a:defRPr>
            </a:pPr>
            <a:r>
              <a:rPr sz="825" b="0">
                <a:solidFill>
                  <a:srgbClr val="516987"/>
                </a:solidFill>
              </a:rPr>
              <a:t>1      0..1</a:t>
            </a:r>
          </a:p>
        </p:txBody>
      </p:sp>
      <p:cxnSp>
        <p:nvCxnSpPr>
          <p:cNvPr id="10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620000" y="1924050"/>
            <a:ext cx="714375" cy="95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DE47BA-BB78-451C-9707-FB61EDA5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16987"/>
                </a:solidFill>
              </a:defRPr>
            </a:pPr>
            <a:r>
              <a:rPr sz="825" b="0">
                <a:solidFill>
                  <a:srgbClr val="516987"/>
                </a:solidFill>
              </a:rPr>
              <a:t>1      1</a:t>
            </a:r>
          </a:p>
        </p:txBody>
      </p:sp>
      <p:cxnSp>
        <p:nvCxnSpPr>
          <p:cNvPr id="109" name=""/>
          <p:cNvCxnSpPr>
            <a:stCxn xmlns:a="http://schemas.openxmlformats.org/drawingml/2006/main" id="16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4048125" y="2647950"/>
            <a:ext cx="25717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110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5048250" y="4248150"/>
            <a:ext cx="5715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111" name=""/>
          <p:cNvCxnSpPr>
            <a:stCxn xmlns:a="http://schemas.openxmlformats.org/drawingml/2006/main" id="16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619875" y="2647950"/>
            <a:ext cx="27622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112" name=""/>
          <p:cNvCxnSpPr>
            <a:stCxn xmlns:a="http://schemas.openxmlformats.org/drawingml/2006/main" id="16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6619875" y="2647950"/>
            <a:ext cx="0" cy="2686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113" name=""/>
          <p:cNvCxnSpPr>
            <a:stCxn xmlns:a="http://schemas.openxmlformats.org/drawingml/2006/main" id="16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619875" y="2647950"/>
            <a:ext cx="2762250" cy="2686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dash"/>
            <a:tailEnd type="arrow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AE3D94-9435-4B38-A3DA-432F718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16987"/>
                </a:solidFill>
              </a:defRPr>
            </a:pPr>
            <a:r>
              <a:rPr sz="975" b="0">
                <a:solidFill>
                  <a:srgbClr val="516987"/>
                </a:solidFill>
              </a:rPr>
              <a:t>Une réservation provient d’un devis accepté. Elle rassemble le contrat, les factures, le rendez-vous, la playlist et les avis.</a:t>
            </a:r>
          </a:p>
        </p:txBody>
      </p:sp>
    </p:spTree>
    <p:extLst>
      <p:ext uri="{BB962C8B-B14F-4D97-AF65-F5344CB8AC3E}">
        <p14:creationId xmlns:p14="http://schemas.microsoft.com/office/powerpoint/2010/main" val="21455853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630DA4-1073-48EB-AA20-29003E5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13D"/>
                </a:solidFill>
              </a:defRPr>
            </a:pPr>
            <a:r>
              <a:rPr sz="2100" b="1">
                <a:solidFill>
                  <a:srgbClr val="11213D"/>
                </a:solidFill>
              </a:rPr>
              <a:t>Diagramme d’états et de transitions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ED226-2182-4946-8D66-F0FBC3BA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24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987"/>
                </a:solidFill>
              </a:defRPr>
            </a:pPr>
            <a:r>
              <a:rPr sz="1050" b="0">
                <a:solidFill>
                  <a:srgbClr val="516987"/>
                </a:solidFill>
              </a:rPr>
              <a:t>Le cycle de vie principal d’un dossier, de la demande jusqu’au règlement du solde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1A4C7-78C0-45B3-8B52-14EC37B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D133C-0BC9-4FB7-94D1-28079462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169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Devis</a:t>
            </a:r>
          </a:p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brouillon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E1CED-246F-4E3E-9A07-F99D43BB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0250"/>
            <a:ext cx="1476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CFE"/>
          </a:solidFill>
          <a:ln xmlns:a="http://schemas.openxmlformats.org/drawingml/2006/main" w="11430">
            <a:solidFill>
              <a:srgbClr val="00C8F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Devis envoyé</a:t>
            </a:r>
          </a:p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au DJ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658C6-AF5A-43E7-B8E0-C154BD15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476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FA"/>
          </a:solidFill>
          <a:ln xmlns:a="http://schemas.openxmlformats.org/drawingml/2006/main" w="11430">
            <a:solidFill>
              <a:srgbClr val="FF2E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DJ accepte</a:t>
            </a:r>
          </a:p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le devis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D57FE-F026-45BF-9810-59C7B04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CF3"/>
          </a:solidFill>
          <a:ln xmlns:a="http://schemas.openxmlformats.org/drawingml/2006/main" w="11430">
            <a:solidFill>
              <a:srgbClr val="F7B94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Rendez-vous</a:t>
            </a:r>
          </a:p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préparatoire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FD2B0-0D95-46D0-B64F-64CB473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0250"/>
            <a:ext cx="1571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BF7"/>
          </a:solidFill>
          <a:ln xmlns:a="http://schemas.openxmlformats.org/drawingml/2006/main" w="11430">
            <a:solidFill>
              <a:srgbClr val="1C9B7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Réservation</a:t>
            </a:r>
          </a:p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confirmée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52AE5-169D-486F-9B6A-6BBF863E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1476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FA"/>
          </a:solidFill>
          <a:ln xmlns:a="http://schemas.openxmlformats.org/drawingml/2006/main" w="11430">
            <a:solidFill>
              <a:srgbClr val="FF2E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Prestation</a:t>
            </a:r>
          </a:p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clôturée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13ACC-4FA6-4220-BE06-CE52AF4C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1476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1FBF7"/>
          </a:solidFill>
          <a:ln xmlns:a="http://schemas.openxmlformats.org/drawingml/2006/main" w="11430">
            <a:solidFill>
              <a:srgbClr val="1C9B7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Solde payé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2A9D6-35F8-4535-AF55-492EA118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1476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CFE"/>
          </a:solidFill>
          <a:ln xmlns:a="http://schemas.openxmlformats.org/drawingml/2006/main" w="11430">
            <a:solidFill>
              <a:srgbClr val="00C8F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13D"/>
                </a:solidFill>
              </a:defRPr>
            </a:pPr>
            <a:r>
              <a:rPr sz="1275" b="1">
                <a:solidFill>
                  <a:srgbClr val="11213D"/>
                </a:solidFill>
              </a:rPr>
              <a:t>Avis publié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6DD67-58C5-49E6-ABDC-013A2A0C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476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11430">
            <a:solidFill>
              <a:srgbClr val="E5526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13D"/>
                </a:solidFill>
              </a:defRPr>
            </a:pPr>
            <a:r>
              <a:rPr sz="1125" b="1">
                <a:solidFill>
                  <a:srgbClr val="11213D"/>
                </a:solidFill>
              </a:rPr>
              <a:t>Refusé ou expiré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654A3-95E5-490C-A841-2D1CDF98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11430">
            <a:solidFill>
              <a:srgbClr val="E5526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13D"/>
                </a:solidFill>
              </a:defRPr>
            </a:pPr>
            <a:r>
              <a:rPr sz="1200" b="1">
                <a:solidFill>
                  <a:srgbClr val="11213D"/>
                </a:solidFill>
              </a:rPr>
              <a:t>Annulé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8C51C-D7FC-4C1D-B41B-F499AC2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11430">
            <a:solidFill>
              <a:srgbClr val="E5526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13D"/>
                </a:solidFill>
              </a:defRPr>
            </a:pPr>
            <a:r>
              <a:rPr sz="1200" b="1">
                <a:solidFill>
                  <a:srgbClr val="11213D"/>
                </a:solidFill>
              </a:rPr>
              <a:t>Remboursé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4787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6262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6287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786938" y="2686050"/>
            <a:ext cx="104775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334375" y="42957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16987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67063" y="2686050"/>
            <a:ext cx="47625" cy="20764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5526F"/>
            </a:solidFill>
            <a:prstDash val="dash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976938" y="2686050"/>
            <a:ext cx="976313" cy="20764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5526F"/>
            </a:solidFill>
            <a:prstDash val="dash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667500" y="50292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5526F"/>
            </a:solidFill>
            <a:prstDash val="dash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83C16-0769-4E2B-8390-BD0FD87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87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16987"/>
                </a:solidFill>
              </a:defRPr>
            </a:pPr>
            <a:r>
              <a:rPr sz="900" b="0">
                <a:solidFill>
                  <a:srgbClr val="516987"/>
                </a:solidFill>
              </a:rPr>
              <a:t>Administration : envoie et affecte le devis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85D4D-8EFE-43D5-BACD-3D40DAE6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16987"/>
                </a:solidFill>
              </a:defRPr>
            </a:pPr>
            <a:r>
              <a:rPr sz="900" b="0">
                <a:solidFill>
                  <a:srgbClr val="516987"/>
                </a:solidFill>
              </a:rPr>
              <a:t>Client : signe le contrat</a:t>
            </a:r>
          </a:p>
          <a:p xmlns:a="http://schemas.openxmlformats.org/drawingml/2006/main">
            <a:pPr>
              <a:defRPr sz="900" b="0">
                <a:solidFill>
                  <a:srgbClr val="516987"/>
                </a:solidFill>
              </a:defRPr>
            </a:pPr>
            <a:r>
              <a:rPr sz="900" b="0">
                <a:solidFill>
                  <a:srgbClr val="516987"/>
                </a:solidFill>
              </a:rPr>
              <a:t>et paie l’acompte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57958-F575-40F8-9969-49DEB694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8612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16987"/>
                </a:solidFill>
              </a:defRPr>
            </a:pPr>
            <a:r>
              <a:rPr sz="900" b="0">
                <a:solidFill>
                  <a:srgbClr val="516987"/>
                </a:solidFill>
              </a:rPr>
              <a:t>DJ et client : rendez-vous,</a:t>
            </a:r>
          </a:p>
          <a:p xmlns:a="http://schemas.openxmlformats.org/drawingml/2006/main">
            <a:pPr>
              <a:defRPr sz="900" b="0">
                <a:solidFill>
                  <a:srgbClr val="516987"/>
                </a:solidFill>
              </a:defRPr>
            </a:pPr>
            <a:r>
              <a:rPr sz="900" b="0">
                <a:solidFill>
                  <a:srgbClr val="516987"/>
                </a:solidFill>
              </a:rPr>
              <a:t>playlist et échanges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CA12A-F812-4636-9B98-45F546D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148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16987"/>
                </a:solidFill>
              </a:defRPr>
            </a:pPr>
            <a:r>
              <a:rPr sz="900" b="0">
                <a:solidFill>
                  <a:srgbClr val="516987"/>
                </a:solidFill>
              </a:rPr>
              <a:t>Client : paie la facture de solde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F5A04-AD87-4669-99E8-8D027919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16987"/>
                </a:solidFill>
              </a:defRPr>
            </a:pPr>
            <a:r>
              <a:rPr sz="975" b="0">
                <a:solidFill>
                  <a:srgbClr val="516987"/>
                </a:solidFill>
              </a:rPr>
              <a:t>Les branches en pointillé représentent les sorties alternatives du parcours.</a:t>
            </a:r>
          </a:p>
        </p:txBody>
      </p:sp>
    </p:spTree>
    <p:extLst>
      <p:ext uri="{BB962C8B-B14F-4D97-AF65-F5344CB8AC3E}">
        <p14:creationId xmlns:p14="http://schemas.microsoft.com/office/powerpoint/2010/main" val="1489952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2026-10-11T16:49:29.9100000Z</dcterms:created>
  <dcterms:modified xsi:type="dcterms:W3CDTF">2026-10-11T16:49:29.9100000Z</dcterms:modified>
</coreProperties>
</file>